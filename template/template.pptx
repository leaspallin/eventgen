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
  </p:notesMasterIdLst>
  <p:handoutMasterIdLst>
    <p:handoutMasterId r:id="rId17"/>
  </p:handoutMasterIdLst>
  <p:sldIdLst>
    <p:sldId id="356" r:id="rId2"/>
    <p:sldId id="393" r:id="rId3"/>
    <p:sldId id="400" r:id="rId4"/>
    <p:sldId id="396" r:id="rId5"/>
    <p:sldId id="401" r:id="rId6"/>
    <p:sldId id="431" r:id="rId7"/>
    <p:sldId id="406" r:id="rId8"/>
    <p:sldId id="386" r:id="rId9"/>
    <p:sldId id="417" r:id="rId10"/>
    <p:sldId id="418" r:id="rId11"/>
    <p:sldId id="425" r:id="rId12"/>
    <p:sldId id="426" r:id="rId13"/>
    <p:sldId id="429" r:id="rId14"/>
    <p:sldId id="43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F4BF88"/>
    <a:srgbClr val="202C54"/>
    <a:srgbClr val="BA9655"/>
    <a:srgbClr val="ED6C28"/>
    <a:srgbClr val="0472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9F3D38-02D7-4D95-A29D-D2D8976D7CFA}" v="12" dt="2025-12-12T16:24:43.48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802" autoAdjust="0"/>
  </p:normalViewPr>
  <p:slideViewPr>
    <p:cSldViewPr snapToGrid="0">
      <p:cViewPr varScale="1">
        <p:scale>
          <a:sx n="78" d="100"/>
          <a:sy n="78" d="100"/>
        </p:scale>
        <p:origin x="970" y="67"/>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deric COFFY" userId="2e183fd1-d4ca-4179-aa01-e5b4c91cef99" providerId="ADAL" clId="{F884309D-84BA-4431-B57A-3F2DC2CD8900}"/>
    <pc:docChg chg="custSel modSld">
      <pc:chgData name="Frederic COFFY" userId="2e183fd1-d4ca-4179-aa01-e5b4c91cef99" providerId="ADAL" clId="{F884309D-84BA-4431-B57A-3F2DC2CD8900}" dt="2025-12-08T09:45:20.454" v="2" actId="478"/>
      <pc:docMkLst>
        <pc:docMk/>
      </pc:docMkLst>
      <pc:sldChg chg="addSp delSp modSp mod">
        <pc:chgData name="Frederic COFFY" userId="2e183fd1-d4ca-4179-aa01-e5b4c91cef99" providerId="ADAL" clId="{F884309D-84BA-4431-B57A-3F2DC2CD8900}" dt="2025-12-08T09:45:20.454" v="2" actId="478"/>
        <pc:sldMkLst>
          <pc:docMk/>
          <pc:sldMk cId="2118165011" sldId="356"/>
        </pc:sldMkLst>
      </pc:sldChg>
    </pc:docChg>
  </pc:docChgLst>
  <pc:docChgLst>
    <pc:chgData name="Thibaut Benair" userId="9bfdea55-0c52-459b-a2d5-5d35bb6fbe6c" providerId="ADAL" clId="{BB7986BC-EE60-47A1-879D-1E4654261FAB}"/>
    <pc:docChg chg="undo custSel addSld delSld modSld sldOrd">
      <pc:chgData name="Thibaut Benair" userId="9bfdea55-0c52-459b-a2d5-5d35bb6fbe6c" providerId="ADAL" clId="{BB7986BC-EE60-47A1-879D-1E4654261FAB}" dt="2025-12-12T16:28:09.060" v="856" actId="20577"/>
      <pc:docMkLst>
        <pc:docMk/>
      </pc:docMkLst>
      <pc:sldChg chg="addSp delSp modSp mod">
        <pc:chgData name="Thibaut Benair" userId="9bfdea55-0c52-459b-a2d5-5d35bb6fbe6c" providerId="ADAL" clId="{BB7986BC-EE60-47A1-879D-1E4654261FAB}" dt="2025-12-12T16:24:43.483" v="442" actId="1076"/>
        <pc:sldMkLst>
          <pc:docMk/>
          <pc:sldMk cId="2118165011" sldId="356"/>
        </pc:sldMkLst>
        <pc:spChg chg="add mod ord">
          <ac:chgData name="Thibaut Benair" userId="9bfdea55-0c52-459b-a2d5-5d35bb6fbe6c" providerId="ADAL" clId="{BB7986BC-EE60-47A1-879D-1E4654261FAB}" dt="2025-12-12T16:12:34.388" v="14" actId="14100"/>
          <ac:spMkLst>
            <pc:docMk/>
            <pc:sldMk cId="2118165011" sldId="356"/>
            <ac:spMk id="6" creationId="{F00279E7-F8FD-3E34-7CD9-FC02D74ED47F}"/>
          </ac:spMkLst>
        </pc:spChg>
        <pc:picChg chg="del">
          <ac:chgData name="Thibaut Benair" userId="9bfdea55-0c52-459b-a2d5-5d35bb6fbe6c" providerId="ADAL" clId="{BB7986BC-EE60-47A1-879D-1E4654261FAB}" dt="2025-12-12T16:11:23.741" v="0" actId="478"/>
          <ac:picMkLst>
            <pc:docMk/>
            <pc:sldMk cId="2118165011" sldId="356"/>
            <ac:picMk id="2" creationId="{690630A9-4C0C-45F5-9CC6-9B95FFD5750D}"/>
          </ac:picMkLst>
        </pc:picChg>
        <pc:picChg chg="add mod">
          <ac:chgData name="Thibaut Benair" userId="9bfdea55-0c52-459b-a2d5-5d35bb6fbe6c" providerId="ADAL" clId="{BB7986BC-EE60-47A1-879D-1E4654261FAB}" dt="2025-12-12T16:24:43.483" v="442" actId="1076"/>
          <ac:picMkLst>
            <pc:docMk/>
            <pc:sldMk cId="2118165011" sldId="356"/>
            <ac:picMk id="1026" creationId="{AD5CC88A-B3D6-EF80-5C30-2D80BD4D270D}"/>
          </ac:picMkLst>
        </pc:picChg>
      </pc:sldChg>
      <pc:sldChg chg="del">
        <pc:chgData name="Thibaut Benair" userId="9bfdea55-0c52-459b-a2d5-5d35bb6fbe6c" providerId="ADAL" clId="{BB7986BC-EE60-47A1-879D-1E4654261FAB}" dt="2025-12-12T16:22:57.649" v="363" actId="47"/>
        <pc:sldMkLst>
          <pc:docMk/>
          <pc:sldMk cId="2064185813" sldId="359"/>
        </pc:sldMkLst>
      </pc:sldChg>
      <pc:sldChg chg="del">
        <pc:chgData name="Thibaut Benair" userId="9bfdea55-0c52-459b-a2d5-5d35bb6fbe6c" providerId="ADAL" clId="{BB7986BC-EE60-47A1-879D-1E4654261FAB}" dt="2025-12-12T16:23:06.181" v="367" actId="47"/>
        <pc:sldMkLst>
          <pc:docMk/>
          <pc:sldMk cId="3540903431" sldId="383"/>
        </pc:sldMkLst>
      </pc:sldChg>
      <pc:sldChg chg="del">
        <pc:chgData name="Thibaut Benair" userId="9bfdea55-0c52-459b-a2d5-5d35bb6fbe6c" providerId="ADAL" clId="{BB7986BC-EE60-47A1-879D-1E4654261FAB}" dt="2025-12-12T16:22:55.589" v="361" actId="47"/>
        <pc:sldMkLst>
          <pc:docMk/>
          <pc:sldMk cId="2415299510" sldId="387"/>
        </pc:sldMkLst>
      </pc:sldChg>
      <pc:sldChg chg="modSp mod">
        <pc:chgData name="Thibaut Benair" userId="9bfdea55-0c52-459b-a2d5-5d35bb6fbe6c" providerId="ADAL" clId="{BB7986BC-EE60-47A1-879D-1E4654261FAB}" dt="2025-12-12T16:12:46.606" v="21" actId="20577"/>
        <pc:sldMkLst>
          <pc:docMk/>
          <pc:sldMk cId="3770051324" sldId="393"/>
        </pc:sldMkLst>
        <pc:spChg chg="mod">
          <ac:chgData name="Thibaut Benair" userId="9bfdea55-0c52-459b-a2d5-5d35bb6fbe6c" providerId="ADAL" clId="{BB7986BC-EE60-47A1-879D-1E4654261FAB}" dt="2025-12-12T16:12:46.606" v="21" actId="20577"/>
          <ac:spMkLst>
            <pc:docMk/>
            <pc:sldMk cId="3770051324" sldId="393"/>
            <ac:spMk id="18" creationId="{FA735E8B-E0E2-71A6-E636-18502A70EE1D}"/>
          </ac:spMkLst>
        </pc:spChg>
      </pc:sldChg>
      <pc:sldChg chg="del">
        <pc:chgData name="Thibaut Benair" userId="9bfdea55-0c52-459b-a2d5-5d35bb6fbe6c" providerId="ADAL" clId="{BB7986BC-EE60-47A1-879D-1E4654261FAB}" dt="2025-12-12T16:17:12.724" v="304" actId="47"/>
        <pc:sldMkLst>
          <pc:docMk/>
          <pc:sldMk cId="3530362729" sldId="395"/>
        </pc:sldMkLst>
      </pc:sldChg>
      <pc:sldChg chg="del">
        <pc:chgData name="Thibaut Benair" userId="9bfdea55-0c52-459b-a2d5-5d35bb6fbe6c" providerId="ADAL" clId="{BB7986BC-EE60-47A1-879D-1E4654261FAB}" dt="2025-12-12T16:17:26.874" v="305" actId="47"/>
        <pc:sldMkLst>
          <pc:docMk/>
          <pc:sldMk cId="2523627383" sldId="397"/>
        </pc:sldMkLst>
      </pc:sldChg>
      <pc:sldChg chg="del">
        <pc:chgData name="Thibaut Benair" userId="9bfdea55-0c52-459b-a2d5-5d35bb6fbe6c" providerId="ADAL" clId="{BB7986BC-EE60-47A1-879D-1E4654261FAB}" dt="2025-12-12T16:17:34.712" v="307" actId="47"/>
        <pc:sldMkLst>
          <pc:docMk/>
          <pc:sldMk cId="3677429857" sldId="399"/>
        </pc:sldMkLst>
      </pc:sldChg>
      <pc:sldChg chg="modSp mod">
        <pc:chgData name="Thibaut Benair" userId="9bfdea55-0c52-459b-a2d5-5d35bb6fbe6c" providerId="ADAL" clId="{BB7986BC-EE60-47A1-879D-1E4654261FAB}" dt="2025-12-12T16:17:09.111" v="303" actId="1076"/>
        <pc:sldMkLst>
          <pc:docMk/>
          <pc:sldMk cId="1181201899" sldId="400"/>
        </pc:sldMkLst>
        <pc:spChg chg="mod">
          <ac:chgData name="Thibaut Benair" userId="9bfdea55-0c52-459b-a2d5-5d35bb6fbe6c" providerId="ADAL" clId="{BB7986BC-EE60-47A1-879D-1E4654261FAB}" dt="2025-12-12T16:17:09.111" v="303" actId="1076"/>
          <ac:spMkLst>
            <pc:docMk/>
            <pc:sldMk cId="1181201899" sldId="400"/>
            <ac:spMk id="2" creationId="{B9CAF6AE-9819-3C77-1211-4B7C01889C80}"/>
          </ac:spMkLst>
        </pc:spChg>
        <pc:spChg chg="mod">
          <ac:chgData name="Thibaut Benair" userId="9bfdea55-0c52-459b-a2d5-5d35bb6fbe6c" providerId="ADAL" clId="{BB7986BC-EE60-47A1-879D-1E4654261FAB}" dt="2025-12-12T16:17:04.457" v="302" actId="1076"/>
          <ac:spMkLst>
            <pc:docMk/>
            <pc:sldMk cId="1181201899" sldId="400"/>
            <ac:spMk id="4" creationId="{5556A22C-6981-A80C-1802-8DE56A64A032}"/>
          </ac:spMkLst>
        </pc:spChg>
        <pc:spChg chg="mod">
          <ac:chgData name="Thibaut Benair" userId="9bfdea55-0c52-459b-a2d5-5d35bb6fbe6c" providerId="ADAL" clId="{BB7986BC-EE60-47A1-879D-1E4654261FAB}" dt="2025-12-12T16:17:00.163" v="301" actId="20577"/>
          <ac:spMkLst>
            <pc:docMk/>
            <pc:sldMk cId="1181201899" sldId="400"/>
            <ac:spMk id="6" creationId="{4AFDDCC2-AC0D-69C7-C54C-38A87CE6511C}"/>
          </ac:spMkLst>
        </pc:spChg>
      </pc:sldChg>
      <pc:sldChg chg="ord">
        <pc:chgData name="Thibaut Benair" userId="9bfdea55-0c52-459b-a2d5-5d35bb6fbe6c" providerId="ADAL" clId="{BB7986BC-EE60-47A1-879D-1E4654261FAB}" dt="2025-12-12T16:22:09.725" v="310"/>
        <pc:sldMkLst>
          <pc:docMk/>
          <pc:sldMk cId="3486742219" sldId="401"/>
        </pc:sldMkLst>
      </pc:sldChg>
      <pc:sldChg chg="del">
        <pc:chgData name="Thibaut Benair" userId="9bfdea55-0c52-459b-a2d5-5d35bb6fbe6c" providerId="ADAL" clId="{BB7986BC-EE60-47A1-879D-1E4654261FAB}" dt="2025-12-12T16:21:05.505" v="308" actId="47"/>
        <pc:sldMkLst>
          <pc:docMk/>
          <pc:sldMk cId="777655005" sldId="402"/>
        </pc:sldMkLst>
      </pc:sldChg>
      <pc:sldChg chg="del">
        <pc:chgData name="Thibaut Benair" userId="9bfdea55-0c52-459b-a2d5-5d35bb6fbe6c" providerId="ADAL" clId="{BB7986BC-EE60-47A1-879D-1E4654261FAB}" dt="2025-12-12T16:22:42.438" v="358" actId="47"/>
        <pc:sldMkLst>
          <pc:docMk/>
          <pc:sldMk cId="830721961" sldId="403"/>
        </pc:sldMkLst>
      </pc:sldChg>
      <pc:sldChg chg="del">
        <pc:chgData name="Thibaut Benair" userId="9bfdea55-0c52-459b-a2d5-5d35bb6fbe6c" providerId="ADAL" clId="{BB7986BC-EE60-47A1-879D-1E4654261FAB}" dt="2025-12-12T16:22:54.321" v="360" actId="47"/>
        <pc:sldMkLst>
          <pc:docMk/>
          <pc:sldMk cId="1945678876" sldId="404"/>
        </pc:sldMkLst>
      </pc:sldChg>
      <pc:sldChg chg="del">
        <pc:chgData name="Thibaut Benair" userId="9bfdea55-0c52-459b-a2d5-5d35bb6fbe6c" providerId="ADAL" clId="{BB7986BC-EE60-47A1-879D-1E4654261FAB}" dt="2025-12-12T16:22:56.797" v="362" actId="47"/>
        <pc:sldMkLst>
          <pc:docMk/>
          <pc:sldMk cId="1802529167" sldId="405"/>
        </pc:sldMkLst>
      </pc:sldChg>
      <pc:sldChg chg="del">
        <pc:chgData name="Thibaut Benair" userId="9bfdea55-0c52-459b-a2d5-5d35bb6fbe6c" providerId="ADAL" clId="{BB7986BC-EE60-47A1-879D-1E4654261FAB}" dt="2025-12-12T16:23:02.767" v="364" actId="47"/>
        <pc:sldMkLst>
          <pc:docMk/>
          <pc:sldMk cId="493665297" sldId="407"/>
        </pc:sldMkLst>
      </pc:sldChg>
      <pc:sldChg chg="del">
        <pc:chgData name="Thibaut Benair" userId="9bfdea55-0c52-459b-a2d5-5d35bb6fbe6c" providerId="ADAL" clId="{BB7986BC-EE60-47A1-879D-1E4654261FAB}" dt="2025-12-12T16:23:04.041" v="366" actId="47"/>
        <pc:sldMkLst>
          <pc:docMk/>
          <pc:sldMk cId="1587235407" sldId="408"/>
        </pc:sldMkLst>
      </pc:sldChg>
      <pc:sldChg chg="del">
        <pc:chgData name="Thibaut Benair" userId="9bfdea55-0c52-459b-a2d5-5d35bb6fbe6c" providerId="ADAL" clId="{BB7986BC-EE60-47A1-879D-1E4654261FAB}" dt="2025-12-12T16:23:03.404" v="365" actId="47"/>
        <pc:sldMkLst>
          <pc:docMk/>
          <pc:sldMk cId="287814272" sldId="409"/>
        </pc:sldMkLst>
      </pc:sldChg>
      <pc:sldChg chg="del">
        <pc:chgData name="Thibaut Benair" userId="9bfdea55-0c52-459b-a2d5-5d35bb6fbe6c" providerId="ADAL" clId="{BB7986BC-EE60-47A1-879D-1E4654261FAB}" dt="2025-12-12T16:23:07.420" v="368" actId="47"/>
        <pc:sldMkLst>
          <pc:docMk/>
          <pc:sldMk cId="2418361619" sldId="410"/>
        </pc:sldMkLst>
      </pc:sldChg>
      <pc:sldChg chg="del">
        <pc:chgData name="Thibaut Benair" userId="9bfdea55-0c52-459b-a2d5-5d35bb6fbe6c" providerId="ADAL" clId="{BB7986BC-EE60-47A1-879D-1E4654261FAB}" dt="2025-12-12T16:23:10.784" v="369" actId="47"/>
        <pc:sldMkLst>
          <pc:docMk/>
          <pc:sldMk cId="615214663" sldId="411"/>
        </pc:sldMkLst>
      </pc:sldChg>
      <pc:sldChg chg="del">
        <pc:chgData name="Thibaut Benair" userId="9bfdea55-0c52-459b-a2d5-5d35bb6fbe6c" providerId="ADAL" clId="{BB7986BC-EE60-47A1-879D-1E4654261FAB}" dt="2025-12-12T16:23:11.601" v="370" actId="47"/>
        <pc:sldMkLst>
          <pc:docMk/>
          <pc:sldMk cId="2186180517" sldId="413"/>
        </pc:sldMkLst>
      </pc:sldChg>
      <pc:sldChg chg="del">
        <pc:chgData name="Thibaut Benair" userId="9bfdea55-0c52-459b-a2d5-5d35bb6fbe6c" providerId="ADAL" clId="{BB7986BC-EE60-47A1-879D-1E4654261FAB}" dt="2025-12-12T16:23:12.933" v="371" actId="47"/>
        <pc:sldMkLst>
          <pc:docMk/>
          <pc:sldMk cId="3183333794" sldId="414"/>
        </pc:sldMkLst>
      </pc:sldChg>
      <pc:sldChg chg="del">
        <pc:chgData name="Thibaut Benair" userId="9bfdea55-0c52-459b-a2d5-5d35bb6fbe6c" providerId="ADAL" clId="{BB7986BC-EE60-47A1-879D-1E4654261FAB}" dt="2025-12-12T16:23:14.367" v="372" actId="47"/>
        <pc:sldMkLst>
          <pc:docMk/>
          <pc:sldMk cId="758635476" sldId="416"/>
        </pc:sldMkLst>
      </pc:sldChg>
      <pc:sldChg chg="add del">
        <pc:chgData name="Thibaut Benair" userId="9bfdea55-0c52-459b-a2d5-5d35bb6fbe6c" providerId="ADAL" clId="{BB7986BC-EE60-47A1-879D-1E4654261FAB}" dt="2025-12-12T16:23:16.523" v="374" actId="47"/>
        <pc:sldMkLst>
          <pc:docMk/>
          <pc:sldMk cId="19253680" sldId="417"/>
        </pc:sldMkLst>
      </pc:sldChg>
      <pc:sldChg chg="del">
        <pc:chgData name="Thibaut Benair" userId="9bfdea55-0c52-459b-a2d5-5d35bb6fbe6c" providerId="ADAL" clId="{BB7986BC-EE60-47A1-879D-1E4654261FAB}" dt="2025-12-12T16:23:25.751" v="375" actId="47"/>
        <pc:sldMkLst>
          <pc:docMk/>
          <pc:sldMk cId="2947414221" sldId="419"/>
        </pc:sldMkLst>
      </pc:sldChg>
      <pc:sldChg chg="del">
        <pc:chgData name="Thibaut Benair" userId="9bfdea55-0c52-459b-a2d5-5d35bb6fbe6c" providerId="ADAL" clId="{BB7986BC-EE60-47A1-879D-1E4654261FAB}" dt="2025-12-12T16:23:29.686" v="376" actId="47"/>
        <pc:sldMkLst>
          <pc:docMk/>
          <pc:sldMk cId="3038434535" sldId="420"/>
        </pc:sldMkLst>
      </pc:sldChg>
      <pc:sldChg chg="del">
        <pc:chgData name="Thibaut Benair" userId="9bfdea55-0c52-459b-a2d5-5d35bb6fbe6c" providerId="ADAL" clId="{BB7986BC-EE60-47A1-879D-1E4654261FAB}" dt="2025-12-12T16:23:30.268" v="377" actId="47"/>
        <pc:sldMkLst>
          <pc:docMk/>
          <pc:sldMk cId="1417650829" sldId="421"/>
        </pc:sldMkLst>
      </pc:sldChg>
      <pc:sldChg chg="del">
        <pc:chgData name="Thibaut Benair" userId="9bfdea55-0c52-459b-a2d5-5d35bb6fbe6c" providerId="ADAL" clId="{BB7986BC-EE60-47A1-879D-1E4654261FAB}" dt="2025-12-12T16:23:30.867" v="378" actId="47"/>
        <pc:sldMkLst>
          <pc:docMk/>
          <pc:sldMk cId="2089544119" sldId="423"/>
        </pc:sldMkLst>
      </pc:sldChg>
      <pc:sldChg chg="del">
        <pc:chgData name="Thibaut Benair" userId="9bfdea55-0c52-459b-a2d5-5d35bb6fbe6c" providerId="ADAL" clId="{BB7986BC-EE60-47A1-879D-1E4654261FAB}" dt="2025-12-12T16:23:34.269" v="379" actId="47"/>
        <pc:sldMkLst>
          <pc:docMk/>
          <pc:sldMk cId="2708614707" sldId="424"/>
        </pc:sldMkLst>
      </pc:sldChg>
      <pc:sldChg chg="modSp mod">
        <pc:chgData name="Thibaut Benair" userId="9bfdea55-0c52-459b-a2d5-5d35bb6fbe6c" providerId="ADAL" clId="{BB7986BC-EE60-47A1-879D-1E4654261FAB}" dt="2025-12-12T16:28:09.060" v="856" actId="20577"/>
        <pc:sldMkLst>
          <pc:docMk/>
          <pc:sldMk cId="688559701" sldId="426"/>
        </pc:sldMkLst>
        <pc:spChg chg="mod">
          <ac:chgData name="Thibaut Benair" userId="9bfdea55-0c52-459b-a2d5-5d35bb6fbe6c" providerId="ADAL" clId="{BB7986BC-EE60-47A1-879D-1E4654261FAB}" dt="2025-12-12T16:27:46.073" v="841" actId="1076"/>
          <ac:spMkLst>
            <pc:docMk/>
            <pc:sldMk cId="688559701" sldId="426"/>
            <ac:spMk id="5" creationId="{48120205-4C28-E855-03FE-9CD790E02D99}"/>
          </ac:spMkLst>
        </pc:spChg>
        <pc:spChg chg="mod">
          <ac:chgData name="Thibaut Benair" userId="9bfdea55-0c52-459b-a2d5-5d35bb6fbe6c" providerId="ADAL" clId="{BB7986BC-EE60-47A1-879D-1E4654261FAB}" dt="2025-12-12T16:27:44.601" v="840" actId="1076"/>
          <ac:spMkLst>
            <pc:docMk/>
            <pc:sldMk cId="688559701" sldId="426"/>
            <ac:spMk id="26" creationId="{D38A4707-AC2A-EC39-8C03-9A728FECAA1F}"/>
          </ac:spMkLst>
        </pc:spChg>
        <pc:graphicFrameChg chg="mod modGraphic">
          <ac:chgData name="Thibaut Benair" userId="9bfdea55-0c52-459b-a2d5-5d35bb6fbe6c" providerId="ADAL" clId="{BB7986BC-EE60-47A1-879D-1E4654261FAB}" dt="2025-12-12T16:28:09.060" v="856" actId="20577"/>
          <ac:graphicFrameMkLst>
            <pc:docMk/>
            <pc:sldMk cId="688559701" sldId="426"/>
            <ac:graphicFrameMk id="3" creationId="{4F09248D-7793-678F-7588-2185EBE0EC8A}"/>
          </ac:graphicFrameMkLst>
        </pc:graphicFrameChg>
      </pc:sldChg>
      <pc:sldChg chg="del">
        <pc:chgData name="Thibaut Benair" userId="9bfdea55-0c52-459b-a2d5-5d35bb6fbe6c" providerId="ADAL" clId="{BB7986BC-EE60-47A1-879D-1E4654261FAB}" dt="2025-12-12T16:23:41.803" v="380" actId="47"/>
        <pc:sldMkLst>
          <pc:docMk/>
          <pc:sldMk cId="1026856200" sldId="427"/>
        </pc:sldMkLst>
      </pc:sldChg>
      <pc:sldChg chg="modSp mod">
        <pc:chgData name="Thibaut Benair" userId="9bfdea55-0c52-459b-a2d5-5d35bb6fbe6c" providerId="ADAL" clId="{BB7986BC-EE60-47A1-879D-1E4654261FAB}" dt="2025-12-12T16:24:13.662" v="440" actId="20577"/>
        <pc:sldMkLst>
          <pc:docMk/>
          <pc:sldMk cId="2629582803" sldId="430"/>
        </pc:sldMkLst>
        <pc:spChg chg="mod">
          <ac:chgData name="Thibaut Benair" userId="9bfdea55-0c52-459b-a2d5-5d35bb6fbe6c" providerId="ADAL" clId="{BB7986BC-EE60-47A1-879D-1E4654261FAB}" dt="2025-12-12T16:23:50.314" v="394" actId="20577"/>
          <ac:spMkLst>
            <pc:docMk/>
            <pc:sldMk cId="2629582803" sldId="430"/>
            <ac:spMk id="40" creationId="{5E628D83-9930-4BA4-522D-73708BCFE316}"/>
          </ac:spMkLst>
        </pc:spChg>
        <pc:spChg chg="mod">
          <ac:chgData name="Thibaut Benair" userId="9bfdea55-0c52-459b-a2d5-5d35bb6fbe6c" providerId="ADAL" clId="{BB7986BC-EE60-47A1-879D-1E4654261FAB}" dt="2025-12-12T16:23:54.144" v="404" actId="20577"/>
          <ac:spMkLst>
            <pc:docMk/>
            <pc:sldMk cId="2629582803" sldId="430"/>
            <ac:spMk id="41" creationId="{2BF7C502-E8E6-41FC-771D-8A7B6DB69C77}"/>
          </ac:spMkLst>
        </pc:spChg>
        <pc:spChg chg="mod">
          <ac:chgData name="Thibaut Benair" userId="9bfdea55-0c52-459b-a2d5-5d35bb6fbe6c" providerId="ADAL" clId="{BB7986BC-EE60-47A1-879D-1E4654261FAB}" dt="2025-12-12T16:24:05.613" v="423" actId="20577"/>
          <ac:spMkLst>
            <pc:docMk/>
            <pc:sldMk cId="2629582803" sldId="430"/>
            <ac:spMk id="42" creationId="{5C090776-F7A2-2599-813A-3D8BB8B6910A}"/>
          </ac:spMkLst>
        </pc:spChg>
        <pc:spChg chg="mod">
          <ac:chgData name="Thibaut Benair" userId="9bfdea55-0c52-459b-a2d5-5d35bb6fbe6c" providerId="ADAL" clId="{BB7986BC-EE60-47A1-879D-1E4654261FAB}" dt="2025-12-12T16:24:13.662" v="440" actId="20577"/>
          <ac:spMkLst>
            <pc:docMk/>
            <pc:sldMk cId="2629582803" sldId="430"/>
            <ac:spMk id="43" creationId="{48CEEA6D-0352-A03B-912F-0B235A06FBB8}"/>
          </ac:spMkLst>
        </pc:spChg>
      </pc:sldChg>
      <pc:sldChg chg="modSp mod">
        <pc:chgData name="Thibaut Benair" userId="9bfdea55-0c52-459b-a2d5-5d35bb6fbe6c" providerId="ADAL" clId="{BB7986BC-EE60-47A1-879D-1E4654261FAB}" dt="2025-12-12T16:25:44.932" v="595" actId="20577"/>
        <pc:sldMkLst>
          <pc:docMk/>
          <pc:sldMk cId="1894220444" sldId="431"/>
        </pc:sldMkLst>
        <pc:spChg chg="mod">
          <ac:chgData name="Thibaut Benair" userId="9bfdea55-0c52-459b-a2d5-5d35bb6fbe6c" providerId="ADAL" clId="{BB7986BC-EE60-47A1-879D-1E4654261FAB}" dt="2025-12-12T16:25:44.932" v="595" actId="20577"/>
          <ac:spMkLst>
            <pc:docMk/>
            <pc:sldMk cId="1894220444" sldId="431"/>
            <ac:spMk id="3" creationId="{1230595B-FBA0-8092-015B-4B86B81D56DE}"/>
          </ac:spMkLst>
        </pc:spChg>
        <pc:spChg chg="mod">
          <ac:chgData name="Thibaut Benair" userId="9bfdea55-0c52-459b-a2d5-5d35bb6fbe6c" providerId="ADAL" clId="{BB7986BC-EE60-47A1-879D-1E4654261FAB}" dt="2025-12-12T16:25:04.042" v="445" actId="1076"/>
          <ac:spMkLst>
            <pc:docMk/>
            <pc:sldMk cId="1894220444" sldId="431"/>
            <ac:spMk id="12" creationId="{08F70AD5-5D74-1C46-314E-643A3C2C98DF}"/>
          </ac:spMkLst>
        </pc:spChg>
      </pc:sldChg>
      <pc:sldChg chg="del">
        <pc:chgData name="Thibaut Benair" userId="9bfdea55-0c52-459b-a2d5-5d35bb6fbe6c" providerId="ADAL" clId="{BB7986BC-EE60-47A1-879D-1E4654261FAB}" dt="2025-12-12T16:17:32.770" v="306" actId="47"/>
        <pc:sldMkLst>
          <pc:docMk/>
          <pc:sldMk cId="279718017" sldId="43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2B1F818-C1DB-DD7C-C6AA-22179D88BD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E9B01C9B-B883-5754-A465-B25ABC98144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751F8B-7688-480E-81C0-6FFE459CA1B3}" type="datetimeFigureOut">
              <a:rPr lang="fr-FR" smtClean="0"/>
              <a:t>12/12/2025</a:t>
            </a:fld>
            <a:endParaRPr lang="fr-FR"/>
          </a:p>
        </p:txBody>
      </p:sp>
      <p:sp>
        <p:nvSpPr>
          <p:cNvPr id="4" name="Espace réservé du pied de page 3">
            <a:extLst>
              <a:ext uri="{FF2B5EF4-FFF2-40B4-BE49-F238E27FC236}">
                <a16:creationId xmlns:a16="http://schemas.microsoft.com/office/drawing/2014/main" id="{6B432E3F-CB1D-A7F8-DD9E-61B6FA137F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3414B3D9-F2AF-A739-266F-375C1B9796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BE0C4-BAD9-4986-8510-12CB960A7F29}" type="slidenum">
              <a:rPr lang="fr-FR" smtClean="0"/>
              <a:t>‹N°›</a:t>
            </a:fld>
            <a:endParaRPr lang="fr-FR"/>
          </a:p>
        </p:txBody>
      </p:sp>
    </p:spTree>
    <p:extLst>
      <p:ext uri="{BB962C8B-B14F-4D97-AF65-F5344CB8AC3E}">
        <p14:creationId xmlns:p14="http://schemas.microsoft.com/office/powerpoint/2010/main" val="998053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086E2-68C4-49B4-9AD6-BB12CDC652E8}" type="datetimeFigureOut">
              <a:rPr lang="fr-FR" smtClean="0"/>
              <a:t>12/12/2025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3AB511-0E81-44E2-BCB5-7C4B6B836972}" type="slidenum">
              <a:rPr lang="fr-FR" smtClean="0"/>
              <a:t>‹N°›</a:t>
            </a:fld>
            <a:endParaRPr lang="fr-FR"/>
          </a:p>
        </p:txBody>
      </p:sp>
    </p:spTree>
    <p:extLst>
      <p:ext uri="{BB962C8B-B14F-4D97-AF65-F5344CB8AC3E}">
        <p14:creationId xmlns:p14="http://schemas.microsoft.com/office/powerpoint/2010/main" val="1997043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A3AB511-0E81-44E2-BCB5-7C4B6B836972}" type="slidenum">
              <a:rPr lang="fr-FR" smtClean="0"/>
              <a:t>2</a:t>
            </a:fld>
            <a:endParaRPr lang="fr-FR"/>
          </a:p>
        </p:txBody>
      </p:sp>
    </p:spTree>
    <p:extLst>
      <p:ext uri="{BB962C8B-B14F-4D97-AF65-F5344CB8AC3E}">
        <p14:creationId xmlns:p14="http://schemas.microsoft.com/office/powerpoint/2010/main" val="4129928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A3AB511-0E81-44E2-BCB5-7C4B6B836972}" type="slidenum">
              <a:rPr lang="fr-FR" smtClean="0"/>
              <a:t>3</a:t>
            </a:fld>
            <a:endParaRPr lang="fr-FR"/>
          </a:p>
        </p:txBody>
      </p:sp>
    </p:spTree>
    <p:extLst>
      <p:ext uri="{BB962C8B-B14F-4D97-AF65-F5344CB8AC3E}">
        <p14:creationId xmlns:p14="http://schemas.microsoft.com/office/powerpoint/2010/main" val="448168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F138-09B2-013D-6158-B5DF7CB960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18D243-5EEF-144E-B402-5E185C6DACC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B2FC60-ADFB-0B9D-665C-8952A959417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70C1831-7DBC-A162-462A-1D4E25304BC9}"/>
              </a:ext>
            </a:extLst>
          </p:cNvPr>
          <p:cNvSpPr>
            <a:spLocks noGrp="1"/>
          </p:cNvSpPr>
          <p:nvPr>
            <p:ph type="sldNum" sz="quarter" idx="5"/>
          </p:nvPr>
        </p:nvSpPr>
        <p:spPr/>
        <p:txBody>
          <a:bodyPr/>
          <a:lstStyle/>
          <a:p>
            <a:fld id="{CA3AB511-0E81-44E2-BCB5-7C4B6B836972}" type="slidenum">
              <a:rPr lang="fr-FR" smtClean="0"/>
              <a:t>5</a:t>
            </a:fld>
            <a:endParaRPr lang="fr-FR"/>
          </a:p>
        </p:txBody>
      </p:sp>
    </p:spTree>
    <p:extLst>
      <p:ext uri="{BB962C8B-B14F-4D97-AF65-F5344CB8AC3E}">
        <p14:creationId xmlns:p14="http://schemas.microsoft.com/office/powerpoint/2010/main" val="8294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9AEA7-DF77-571E-F4B4-80567AD4C2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1C847D-3F70-371F-4C2C-72820341025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6318A2F-D2E3-401A-4336-692AC290A7D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7552E68-C829-F8FD-758E-E5F1BD01EDF1}"/>
              </a:ext>
            </a:extLst>
          </p:cNvPr>
          <p:cNvSpPr>
            <a:spLocks noGrp="1"/>
          </p:cNvSpPr>
          <p:nvPr>
            <p:ph type="sldNum" sz="quarter" idx="5"/>
          </p:nvPr>
        </p:nvSpPr>
        <p:spPr/>
        <p:txBody>
          <a:bodyPr/>
          <a:lstStyle/>
          <a:p>
            <a:fld id="{CA3AB511-0E81-44E2-BCB5-7C4B6B836972}" type="slidenum">
              <a:rPr lang="fr-FR" smtClean="0"/>
              <a:t>6</a:t>
            </a:fld>
            <a:endParaRPr lang="fr-FR"/>
          </a:p>
        </p:txBody>
      </p:sp>
    </p:spTree>
    <p:extLst>
      <p:ext uri="{BB962C8B-B14F-4D97-AF65-F5344CB8AC3E}">
        <p14:creationId xmlns:p14="http://schemas.microsoft.com/office/powerpoint/2010/main" val="29815081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1316A71-38BB-0B79-DB17-944BD90A0BB4}"/>
              </a:ext>
            </a:extLst>
          </p:cNvPr>
          <p:cNvSpPr/>
          <p:nvPr userDrawn="1"/>
        </p:nvSpPr>
        <p:spPr>
          <a:xfrm>
            <a:off x="0" y="0"/>
            <a:ext cx="1219200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EF659FB4-B353-F01C-50E0-6F1CB6443A2A}"/>
              </a:ext>
            </a:extLst>
          </p:cNvPr>
          <p:cNvPicPr/>
          <p:nvPr userDrawn="1"/>
        </p:nvPicPr>
        <p:blipFill>
          <a:blip r:embed="rId2">
            <a:alphaModFix amt="10000"/>
            <a:extLst>
              <a:ext uri="{28A0092B-C50C-407E-A947-70E740481C1C}">
                <a14:useLocalDpi xmlns:a14="http://schemas.microsoft.com/office/drawing/2010/main"/>
              </a:ext>
            </a:extLst>
          </a:blip>
          <a:stretch>
            <a:fillRect/>
          </a:stretch>
        </p:blipFill>
        <p:spPr>
          <a:xfrm>
            <a:off x="-2517648" y="-4377304"/>
            <a:ext cx="17227295" cy="17227295"/>
          </a:xfrm>
          <a:prstGeom prst="rect">
            <a:avLst/>
          </a:prstGeom>
        </p:spPr>
      </p:pic>
      <p:sp>
        <p:nvSpPr>
          <p:cNvPr id="5" name="Espace réservé pour une image  4">
            <a:extLst>
              <a:ext uri="{FF2B5EF4-FFF2-40B4-BE49-F238E27FC236}">
                <a16:creationId xmlns:a16="http://schemas.microsoft.com/office/drawing/2014/main" id="{34B88CDD-98E0-EE99-E114-F9ADA7BEAA33}"/>
              </a:ext>
            </a:extLst>
          </p:cNvPr>
          <p:cNvSpPr>
            <a:spLocks noGrp="1"/>
          </p:cNvSpPr>
          <p:nvPr>
            <p:ph type="pic" sz="quarter" idx="11" hasCustomPrompt="1"/>
          </p:nvPr>
        </p:nvSpPr>
        <p:spPr>
          <a:xfrm>
            <a:off x="447676" y="466725"/>
            <a:ext cx="6251298" cy="5913438"/>
          </a:xfrm>
        </p:spPr>
        <p:txBody>
          <a:bodyPr anchor="ctr"/>
          <a:lstStyle>
            <a:lvl1pPr marL="0" indent="0" algn="ctr">
              <a:buNone/>
              <a:defRPr/>
            </a:lvl1pPr>
          </a:lstStyle>
          <a:p>
            <a:r>
              <a:rPr lang="fr-FR" dirty="0"/>
              <a:t>Insérez une image</a:t>
            </a:r>
          </a:p>
        </p:txBody>
      </p:sp>
      <p:sp>
        <p:nvSpPr>
          <p:cNvPr id="2" name="Titre 1">
            <a:extLst>
              <a:ext uri="{FF2B5EF4-FFF2-40B4-BE49-F238E27FC236}">
                <a16:creationId xmlns:a16="http://schemas.microsoft.com/office/drawing/2014/main" id="{BD249886-243B-77B5-CDD6-C682B1E8C7E5}"/>
              </a:ext>
            </a:extLst>
          </p:cNvPr>
          <p:cNvSpPr>
            <a:spLocks noGrp="1"/>
          </p:cNvSpPr>
          <p:nvPr>
            <p:ph type="title"/>
          </p:nvPr>
        </p:nvSpPr>
        <p:spPr>
          <a:xfrm>
            <a:off x="7000461" y="1245377"/>
            <a:ext cx="4459357" cy="2104109"/>
          </a:xfrm>
        </p:spPr>
        <p:txBody>
          <a:bodyPr/>
          <a:lstStyle>
            <a:lvl1pPr>
              <a:defRPr>
                <a:solidFill>
                  <a:schemeClr val="bg1"/>
                </a:solidFill>
              </a:defRPr>
            </a:lvl1pPr>
          </a:lstStyle>
          <a:p>
            <a:r>
              <a:rPr lang="fr-FR" dirty="0"/>
              <a:t>Modifiez le style du titre</a:t>
            </a:r>
          </a:p>
        </p:txBody>
      </p:sp>
      <p:sp>
        <p:nvSpPr>
          <p:cNvPr id="6" name="Espace réservé du texte 13">
            <a:extLst>
              <a:ext uri="{FF2B5EF4-FFF2-40B4-BE49-F238E27FC236}">
                <a16:creationId xmlns:a16="http://schemas.microsoft.com/office/drawing/2014/main" id="{D44DA805-5722-98A0-3AB8-BA5F91C7F3F2}"/>
              </a:ext>
            </a:extLst>
          </p:cNvPr>
          <p:cNvSpPr>
            <a:spLocks noGrp="1"/>
          </p:cNvSpPr>
          <p:nvPr>
            <p:ph type="body" sz="quarter" idx="14"/>
          </p:nvPr>
        </p:nvSpPr>
        <p:spPr>
          <a:xfrm>
            <a:off x="7000461" y="3519738"/>
            <a:ext cx="4459357" cy="2104109"/>
          </a:xfrm>
        </p:spPr>
        <p:txBody>
          <a:bodyPr>
            <a:normAutofit/>
          </a:bodyPr>
          <a:lstStyle>
            <a:lvl1pPr marL="0" indent="0" algn="just">
              <a:lnSpc>
                <a:spcPts val="2000"/>
              </a:lnSpc>
              <a:buNone/>
              <a:defRPr sz="1400">
                <a:solidFill>
                  <a:schemeClr val="bg1"/>
                </a:solidFill>
              </a:defRPr>
            </a:lvl1pPr>
          </a:lstStyle>
          <a:p>
            <a:pPr lvl="0"/>
            <a:endParaRPr lang="fr-FR" dirty="0"/>
          </a:p>
        </p:txBody>
      </p:sp>
      <p:sp>
        <p:nvSpPr>
          <p:cNvPr id="3" name="Ellipse 2">
            <a:extLst>
              <a:ext uri="{FF2B5EF4-FFF2-40B4-BE49-F238E27FC236}">
                <a16:creationId xmlns:a16="http://schemas.microsoft.com/office/drawing/2014/main" id="{ABBDF0CC-2643-D46A-67FF-2226E1D78B72}"/>
              </a:ext>
            </a:extLst>
          </p:cNvPr>
          <p:cNvSpPr/>
          <p:nvPr userDrawn="1"/>
        </p:nvSpPr>
        <p:spPr>
          <a:xfrm>
            <a:off x="9780607" y="4394031"/>
            <a:ext cx="2137459" cy="2137459"/>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pour une image  8">
            <a:extLst>
              <a:ext uri="{FF2B5EF4-FFF2-40B4-BE49-F238E27FC236}">
                <a16:creationId xmlns:a16="http://schemas.microsoft.com/office/drawing/2014/main" id="{2154FC2F-FF03-4D1A-FB84-B8C8B52D9B3E}"/>
              </a:ext>
            </a:extLst>
          </p:cNvPr>
          <p:cNvSpPr>
            <a:spLocks noGrp="1"/>
          </p:cNvSpPr>
          <p:nvPr>
            <p:ph type="pic" sz="quarter" idx="15" hasCustomPrompt="1"/>
          </p:nvPr>
        </p:nvSpPr>
        <p:spPr>
          <a:xfrm>
            <a:off x="10154805" y="4832522"/>
            <a:ext cx="1389062" cy="1260475"/>
          </a:xfrm>
        </p:spPr>
        <p:txBody>
          <a:bodyPr anchor="ctr">
            <a:noAutofit/>
          </a:bodyPr>
          <a:lstStyle>
            <a:lvl1pPr marL="0" indent="0" algn="ctr">
              <a:buNone/>
              <a:defRPr sz="1600"/>
            </a:lvl1pPr>
          </a:lstStyle>
          <a:p>
            <a:r>
              <a:rPr lang="fr-FR" dirty="0"/>
              <a:t>Insérer logo partenaire</a:t>
            </a:r>
          </a:p>
        </p:txBody>
      </p:sp>
    </p:spTree>
    <p:extLst>
      <p:ext uri="{BB962C8B-B14F-4D97-AF65-F5344CB8AC3E}">
        <p14:creationId xmlns:p14="http://schemas.microsoft.com/office/powerpoint/2010/main" val="2592309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ate événem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43EF2C-7367-E7BC-BCCF-0614269C8550}"/>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9A149F1E-5895-7B82-CAC1-F3400FF73775}"/>
              </a:ext>
            </a:extLst>
          </p:cNvPr>
          <p:cNvPicPr>
            <a:picLocks noChangeAspect="1"/>
          </p:cNvPicPr>
          <p:nvPr userDrawn="1"/>
        </p:nvPicPr>
        <p:blipFill>
          <a:blip r:embed="rId2">
            <a:alphaModFix amt="10000"/>
            <a:extLst>
              <a:ext uri="{28A0092B-C50C-407E-A947-70E740481C1C}">
                <a14:useLocalDpi xmlns:a14="http://schemas.microsoft.com/office/drawing/2010/main"/>
              </a:ext>
            </a:extLst>
          </a:blip>
          <a:stretch>
            <a:fillRect/>
          </a:stretch>
        </p:blipFill>
        <p:spPr>
          <a:xfrm>
            <a:off x="-1895475" y="-2684582"/>
            <a:ext cx="14451075" cy="13260368"/>
          </a:xfrm>
          <a:prstGeom prst="rect">
            <a:avLst/>
          </a:prstGeom>
        </p:spPr>
      </p:pic>
      <p:sp>
        <p:nvSpPr>
          <p:cNvPr id="2" name="Titre 1">
            <a:extLst>
              <a:ext uri="{FF2B5EF4-FFF2-40B4-BE49-F238E27FC236}">
                <a16:creationId xmlns:a16="http://schemas.microsoft.com/office/drawing/2014/main" id="{6544078C-0B45-7192-12DC-92E0C3BF9BA3}"/>
              </a:ext>
            </a:extLst>
          </p:cNvPr>
          <p:cNvSpPr txBox="1">
            <a:spLocks/>
          </p:cNvSpPr>
          <p:nvPr userDrawn="1"/>
        </p:nvSpPr>
        <p:spPr>
          <a:xfrm>
            <a:off x="297334" y="5284763"/>
            <a:ext cx="11306433" cy="1964726"/>
          </a:xfrm>
          <a:prstGeom prst="rect">
            <a:avLst/>
          </a:prstGeom>
        </p:spPr>
        <p:txBody>
          <a:bodyPr/>
          <a:lstStyle>
            <a:lvl1pPr algn="l" defTabSz="914400" rtl="0" eaLnBrk="1" latinLnBrk="0" hangingPunct="1">
              <a:lnSpc>
                <a:spcPct val="90000"/>
              </a:lnSpc>
              <a:spcBef>
                <a:spcPct val="0"/>
              </a:spcBef>
              <a:buNone/>
              <a:defRPr sz="4400" kern="1200" spc="300">
                <a:solidFill>
                  <a:schemeClr val="tx1"/>
                </a:solidFill>
                <a:latin typeface="+mj-lt"/>
                <a:ea typeface="+mj-ea"/>
                <a:cs typeface="+mj-cs"/>
              </a:defRPr>
            </a:lvl1pPr>
          </a:lstStyle>
          <a:p>
            <a:pPr>
              <a:lnSpc>
                <a:spcPts val="5300"/>
              </a:lnSpc>
            </a:pPr>
            <a:r>
              <a:rPr lang="fr-FR" sz="4000" dirty="0">
                <a:solidFill>
                  <a:schemeClr val="bg1"/>
                </a:solidFill>
              </a:rPr>
              <a:t>VOTRE EVENEMENT</a:t>
            </a:r>
            <a:endParaRPr lang="fr-FR" dirty="0">
              <a:solidFill>
                <a:schemeClr val="bg1"/>
              </a:solidFill>
              <a:latin typeface="+mn-lt"/>
              <a:cs typeface="Poppins Regular"/>
            </a:endParaRPr>
          </a:p>
        </p:txBody>
      </p:sp>
      <p:sp>
        <p:nvSpPr>
          <p:cNvPr id="5" name="Rectangle 4">
            <a:extLst>
              <a:ext uri="{FF2B5EF4-FFF2-40B4-BE49-F238E27FC236}">
                <a16:creationId xmlns:a16="http://schemas.microsoft.com/office/drawing/2014/main" id="{FE2B4AAE-1118-22AD-B9A0-6180CAB6906F}"/>
              </a:ext>
            </a:extLst>
          </p:cNvPr>
          <p:cNvSpPr/>
          <p:nvPr userDrawn="1"/>
        </p:nvSpPr>
        <p:spPr>
          <a:xfrm rot="16200000">
            <a:off x="3015857" y="3362246"/>
            <a:ext cx="71096" cy="5266235"/>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41CB044F-C19F-4B5C-5042-3814A0977085}"/>
              </a:ext>
            </a:extLst>
          </p:cNvPr>
          <p:cNvSpPr>
            <a:spLocks noGrp="1"/>
          </p:cNvSpPr>
          <p:nvPr>
            <p:ph type="body" sz="quarter" idx="10" hasCustomPrompt="1"/>
          </p:nvPr>
        </p:nvSpPr>
        <p:spPr>
          <a:xfrm>
            <a:off x="297334" y="6159486"/>
            <a:ext cx="3178175" cy="827088"/>
          </a:xfrm>
        </p:spPr>
        <p:txBody>
          <a:bodyPr/>
          <a:lstStyle>
            <a:lvl1pPr marL="0" indent="0">
              <a:buNone/>
              <a:defRPr>
                <a:solidFill>
                  <a:schemeClr val="bg1"/>
                </a:solidFill>
                <a:latin typeface="+mn-lt"/>
              </a:defRPr>
            </a:lvl1pPr>
          </a:lstStyle>
          <a:p>
            <a:pPr lvl="0"/>
            <a:r>
              <a:rPr lang="fr-FR" dirty="0"/>
              <a:t>Date</a:t>
            </a:r>
          </a:p>
        </p:txBody>
      </p:sp>
      <p:sp>
        <p:nvSpPr>
          <p:cNvPr id="16" name="Espace réservé pour une image  15">
            <a:extLst>
              <a:ext uri="{FF2B5EF4-FFF2-40B4-BE49-F238E27FC236}">
                <a16:creationId xmlns:a16="http://schemas.microsoft.com/office/drawing/2014/main" id="{87AA952A-B8F3-ED8E-E584-5CD4253656DA}"/>
              </a:ext>
            </a:extLst>
          </p:cNvPr>
          <p:cNvSpPr>
            <a:spLocks noGrp="1"/>
          </p:cNvSpPr>
          <p:nvPr>
            <p:ph type="pic" sz="quarter" idx="11"/>
          </p:nvPr>
        </p:nvSpPr>
        <p:spPr>
          <a:xfrm>
            <a:off x="417513" y="368300"/>
            <a:ext cx="11356975" cy="4808538"/>
          </a:xfrm>
        </p:spPr>
        <p:txBody>
          <a:bodyPr/>
          <a:lstStyle/>
          <a:p>
            <a:endParaRPr lang="fr-FR"/>
          </a:p>
        </p:txBody>
      </p:sp>
    </p:spTree>
    <p:extLst>
      <p:ext uri="{BB962C8B-B14F-4D97-AF65-F5344CB8AC3E}">
        <p14:creationId xmlns:p14="http://schemas.microsoft.com/office/powerpoint/2010/main" val="941150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ate événem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43EF2C-7367-E7BC-BCCF-0614269C8550}"/>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9A149F1E-5895-7B82-CAC1-F3400FF73775}"/>
              </a:ext>
            </a:extLst>
          </p:cNvPr>
          <p:cNvPicPr>
            <a:picLocks noChangeAspect="1"/>
          </p:cNvPicPr>
          <p:nvPr userDrawn="1"/>
        </p:nvPicPr>
        <p:blipFill>
          <a:blip r:embed="rId2">
            <a:alphaModFix amt="10000"/>
            <a:extLst>
              <a:ext uri="{28A0092B-C50C-407E-A947-70E740481C1C}">
                <a14:useLocalDpi xmlns:a14="http://schemas.microsoft.com/office/drawing/2010/main"/>
              </a:ext>
            </a:extLst>
          </a:blip>
          <a:stretch>
            <a:fillRect/>
          </a:stretch>
        </p:blipFill>
        <p:spPr>
          <a:xfrm>
            <a:off x="-1895475" y="-2680772"/>
            <a:ext cx="14451075" cy="13260368"/>
          </a:xfrm>
          <a:prstGeom prst="rect">
            <a:avLst/>
          </a:prstGeom>
        </p:spPr>
      </p:pic>
    </p:spTree>
    <p:extLst>
      <p:ext uri="{BB962C8B-B14F-4D97-AF65-F5344CB8AC3E}">
        <p14:creationId xmlns:p14="http://schemas.microsoft.com/office/powerpoint/2010/main" val="2770990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 intro parti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45169" y="4053016"/>
            <a:ext cx="3526452" cy="1964726"/>
          </a:xfrm>
        </p:spPr>
        <p:txBody>
          <a:bodyPr anchor="ctr">
            <a:normAutofit/>
          </a:bodyPr>
          <a:lstStyle>
            <a:lvl1pPr algn="l">
              <a:defRPr sz="4800" spc="300"/>
            </a:lvl1pPr>
          </a:lstStyle>
          <a:p>
            <a:r>
              <a:rPr lang="fr-FR" dirty="0"/>
              <a:t>MODIFIEZ LE STYLE DU TITRE</a:t>
            </a:r>
            <a:endParaRPr lang="en-US" dirty="0"/>
          </a:p>
        </p:txBody>
      </p:sp>
      <p:sp>
        <p:nvSpPr>
          <p:cNvPr id="8" name="Espace réservé pour une image  7">
            <a:extLst>
              <a:ext uri="{FF2B5EF4-FFF2-40B4-BE49-F238E27FC236}">
                <a16:creationId xmlns:a16="http://schemas.microsoft.com/office/drawing/2014/main" id="{E68A7A57-03E3-BE04-F3CA-594463F89993}"/>
              </a:ext>
            </a:extLst>
          </p:cNvPr>
          <p:cNvSpPr>
            <a:spLocks noGrp="1"/>
          </p:cNvSpPr>
          <p:nvPr>
            <p:ph type="pic" sz="quarter" idx="13" hasCustomPrompt="1"/>
          </p:nvPr>
        </p:nvSpPr>
        <p:spPr>
          <a:xfrm>
            <a:off x="432486" y="432485"/>
            <a:ext cx="11306433" cy="3311611"/>
          </a:xfrm>
        </p:spPr>
        <p:txBody>
          <a:bodyPr/>
          <a:lstStyle>
            <a:lvl1pPr marL="0" indent="0" algn="ctr">
              <a:lnSpc>
                <a:spcPct val="300000"/>
              </a:lnSpc>
              <a:buNone/>
              <a:defRPr/>
            </a:lvl1pPr>
          </a:lstStyle>
          <a:p>
            <a:r>
              <a:rPr lang="fr-FR" dirty="0"/>
              <a:t>Insérer une image</a:t>
            </a:r>
          </a:p>
        </p:txBody>
      </p:sp>
      <p:sp>
        <p:nvSpPr>
          <p:cNvPr id="10" name="Espace réservé du texte 13">
            <a:extLst>
              <a:ext uri="{FF2B5EF4-FFF2-40B4-BE49-F238E27FC236}">
                <a16:creationId xmlns:a16="http://schemas.microsoft.com/office/drawing/2014/main" id="{4EDB61F1-7BCA-1507-8703-72C5382799B6}"/>
              </a:ext>
            </a:extLst>
          </p:cNvPr>
          <p:cNvSpPr>
            <a:spLocks noGrp="1"/>
          </p:cNvSpPr>
          <p:nvPr>
            <p:ph type="body" sz="quarter" idx="14"/>
          </p:nvPr>
        </p:nvSpPr>
        <p:spPr>
          <a:xfrm>
            <a:off x="5523470" y="4053016"/>
            <a:ext cx="5644978" cy="1964726"/>
          </a:xfrm>
        </p:spPr>
        <p:txBody>
          <a:bodyPr anchor="ctr">
            <a:normAutofit/>
          </a:bodyPr>
          <a:lstStyle>
            <a:lvl1pPr marL="0" indent="0" algn="just">
              <a:lnSpc>
                <a:spcPts val="2000"/>
              </a:lnSpc>
              <a:buNone/>
              <a:defRPr sz="1400"/>
            </a:lvl1pPr>
          </a:lstStyle>
          <a:p>
            <a:pPr lvl="0"/>
            <a:r>
              <a:rPr lang="fr-FR" dirty="0"/>
              <a:t>Cliquez pour modifier les styles du texte du masque</a:t>
            </a:r>
          </a:p>
        </p:txBody>
      </p:sp>
      <p:sp>
        <p:nvSpPr>
          <p:cNvPr id="11" name="Slide Number Placeholder 5">
            <a:extLst>
              <a:ext uri="{FF2B5EF4-FFF2-40B4-BE49-F238E27FC236}">
                <a16:creationId xmlns:a16="http://schemas.microsoft.com/office/drawing/2014/main" id="{44685AC1-0B75-AC50-B1B3-E4A11A9631BD}"/>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spTree>
    <p:extLst>
      <p:ext uri="{BB962C8B-B14F-4D97-AF65-F5344CB8AC3E}">
        <p14:creationId xmlns:p14="http://schemas.microsoft.com/office/powerpoint/2010/main" val="851141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Sommair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0CDD01-CB5C-288D-5C67-06469FE107B7}"/>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FA4DA0C7-4900-911A-7604-B74D1B15B736}"/>
              </a:ext>
            </a:extLst>
          </p:cNvPr>
          <p:cNvPicPr>
            <a:picLocks noGrp="1" noRot="1" noChangeAspect="1" noMove="1" noResize="1" noEditPoints="1" noAdjustHandles="1" noChangeArrowheads="1" noChangeShapeType="1" noCrop="1"/>
          </p:cNvPicPr>
          <p:nvPr userDrawn="1"/>
        </p:nvPicPr>
        <p:blipFill>
          <a:blip r:embed="rId2">
            <a:alphaModFix amt="10000"/>
            <a:extLst>
              <a:ext uri="{28A0092B-C50C-407E-A947-70E740481C1C}">
                <a14:useLocalDpi xmlns:a14="http://schemas.microsoft.com/office/drawing/2010/main"/>
              </a:ext>
            </a:extLst>
          </a:blip>
          <a:stretch>
            <a:fillRect/>
          </a:stretch>
        </p:blipFill>
        <p:spPr>
          <a:xfrm>
            <a:off x="-866693" y="-2785547"/>
            <a:ext cx="13260368" cy="13260368"/>
          </a:xfrm>
          <a:prstGeom prst="rect">
            <a:avLst/>
          </a:prstGeom>
        </p:spPr>
      </p:pic>
      <p:sp>
        <p:nvSpPr>
          <p:cNvPr id="6" name="Title 1">
            <a:extLst>
              <a:ext uri="{FF2B5EF4-FFF2-40B4-BE49-F238E27FC236}">
                <a16:creationId xmlns:a16="http://schemas.microsoft.com/office/drawing/2014/main" id="{6AF9D9AD-B5A6-2B61-1C4C-B85698D8DA3C}"/>
              </a:ext>
            </a:extLst>
          </p:cNvPr>
          <p:cNvSpPr>
            <a:spLocks noGrp="1"/>
          </p:cNvSpPr>
          <p:nvPr>
            <p:ph type="ctrTitle" hasCustomPrompt="1"/>
          </p:nvPr>
        </p:nvSpPr>
        <p:spPr>
          <a:xfrm>
            <a:off x="4461347" y="2674449"/>
            <a:ext cx="1125173" cy="318886"/>
          </a:xfrm>
        </p:spPr>
        <p:txBody>
          <a:bodyPr anchor="ctr">
            <a:noAutofit/>
          </a:bodyPr>
          <a:lstStyle>
            <a:lvl1pPr algn="l">
              <a:defRPr sz="3600" spc="300">
                <a:solidFill>
                  <a:schemeClr val="bg1"/>
                </a:solidFill>
              </a:defRPr>
            </a:lvl1pPr>
          </a:lstStyle>
          <a:p>
            <a:r>
              <a:rPr lang="fr-FR" dirty="0"/>
              <a:t>01</a:t>
            </a:r>
            <a:endParaRPr lang="en-US" dirty="0"/>
          </a:p>
        </p:txBody>
      </p:sp>
      <p:sp>
        <p:nvSpPr>
          <p:cNvPr id="9" name="Espace réservé du texte 13">
            <a:extLst>
              <a:ext uri="{FF2B5EF4-FFF2-40B4-BE49-F238E27FC236}">
                <a16:creationId xmlns:a16="http://schemas.microsoft.com/office/drawing/2014/main" id="{9E5E34D1-8697-3F4A-06E5-0F23AD5B764D}"/>
              </a:ext>
            </a:extLst>
          </p:cNvPr>
          <p:cNvSpPr>
            <a:spLocks noGrp="1"/>
          </p:cNvSpPr>
          <p:nvPr>
            <p:ph type="body" sz="quarter" idx="14"/>
          </p:nvPr>
        </p:nvSpPr>
        <p:spPr>
          <a:xfrm>
            <a:off x="5675580" y="2674449"/>
            <a:ext cx="5864774" cy="318886"/>
          </a:xfrm>
        </p:spPr>
        <p:txBody>
          <a:bodyPr anchor="ctr">
            <a:noAutofit/>
          </a:bodyPr>
          <a:lstStyle>
            <a:lvl1pPr marL="0" indent="0" algn="just">
              <a:lnSpc>
                <a:spcPts val="2000"/>
              </a:lnSpc>
              <a:buNone/>
              <a:defRPr sz="1800" b="0" spc="300">
                <a:solidFill>
                  <a:schemeClr val="bg1"/>
                </a:solidFill>
                <a:latin typeface="Poppins SemiBold" panose="00000700000000000000" pitchFamily="2" charset="0"/>
                <a:cs typeface="Poppins SemiBold" panose="00000700000000000000" pitchFamily="2" charset="0"/>
              </a:defRPr>
            </a:lvl1pPr>
          </a:lstStyle>
          <a:p>
            <a:pPr lvl="0"/>
            <a:endParaRPr lang="fr-FR" dirty="0"/>
          </a:p>
        </p:txBody>
      </p:sp>
      <p:sp>
        <p:nvSpPr>
          <p:cNvPr id="11" name="Espace réservé du texte 13">
            <a:extLst>
              <a:ext uri="{FF2B5EF4-FFF2-40B4-BE49-F238E27FC236}">
                <a16:creationId xmlns:a16="http://schemas.microsoft.com/office/drawing/2014/main" id="{2124C7D0-4702-6869-5DD4-A5A89BB71717}"/>
              </a:ext>
            </a:extLst>
          </p:cNvPr>
          <p:cNvSpPr>
            <a:spLocks noGrp="1"/>
          </p:cNvSpPr>
          <p:nvPr>
            <p:ph type="body" sz="quarter" idx="15"/>
          </p:nvPr>
        </p:nvSpPr>
        <p:spPr>
          <a:xfrm>
            <a:off x="5675580" y="3350933"/>
            <a:ext cx="5864774" cy="318886"/>
          </a:xfrm>
        </p:spPr>
        <p:txBody>
          <a:bodyPr anchor="ctr">
            <a:noAutofit/>
          </a:bodyPr>
          <a:lstStyle>
            <a:lvl1pPr marL="0" indent="0" algn="just">
              <a:lnSpc>
                <a:spcPts val="2000"/>
              </a:lnSpc>
              <a:buNone/>
              <a:defRPr sz="1800" b="0" spc="300">
                <a:solidFill>
                  <a:schemeClr val="bg1"/>
                </a:solidFill>
                <a:latin typeface="Poppins SemiBold" panose="00000700000000000000" pitchFamily="2" charset="0"/>
                <a:cs typeface="Poppins SemiBold" panose="00000700000000000000" pitchFamily="2" charset="0"/>
              </a:defRPr>
            </a:lvl1pPr>
          </a:lstStyle>
          <a:p>
            <a:pPr lvl="0"/>
            <a:endParaRPr lang="fr-FR" dirty="0"/>
          </a:p>
        </p:txBody>
      </p:sp>
      <p:sp>
        <p:nvSpPr>
          <p:cNvPr id="19" name="Espace réservé du texte 13">
            <a:extLst>
              <a:ext uri="{FF2B5EF4-FFF2-40B4-BE49-F238E27FC236}">
                <a16:creationId xmlns:a16="http://schemas.microsoft.com/office/drawing/2014/main" id="{D91C63E7-FAE0-98C1-4926-38A3F4779F45}"/>
              </a:ext>
            </a:extLst>
          </p:cNvPr>
          <p:cNvSpPr>
            <a:spLocks noGrp="1"/>
          </p:cNvSpPr>
          <p:nvPr>
            <p:ph type="body" sz="quarter" idx="16"/>
          </p:nvPr>
        </p:nvSpPr>
        <p:spPr>
          <a:xfrm>
            <a:off x="5675580" y="4027417"/>
            <a:ext cx="5864774" cy="318886"/>
          </a:xfrm>
        </p:spPr>
        <p:txBody>
          <a:bodyPr anchor="ctr">
            <a:noAutofit/>
          </a:bodyPr>
          <a:lstStyle>
            <a:lvl1pPr marL="0" indent="0" algn="just">
              <a:lnSpc>
                <a:spcPts val="2000"/>
              </a:lnSpc>
              <a:buNone/>
              <a:defRPr sz="1800" b="0" spc="300">
                <a:solidFill>
                  <a:schemeClr val="bg1"/>
                </a:solidFill>
                <a:latin typeface="Poppins SemiBold" panose="00000700000000000000" pitchFamily="2" charset="0"/>
                <a:cs typeface="Poppins SemiBold" panose="00000700000000000000" pitchFamily="2" charset="0"/>
              </a:defRPr>
            </a:lvl1pPr>
          </a:lstStyle>
          <a:p>
            <a:pPr lvl="0"/>
            <a:endParaRPr lang="fr-FR" dirty="0"/>
          </a:p>
        </p:txBody>
      </p:sp>
      <p:sp>
        <p:nvSpPr>
          <p:cNvPr id="21" name="Espace réservé du texte 13">
            <a:extLst>
              <a:ext uri="{FF2B5EF4-FFF2-40B4-BE49-F238E27FC236}">
                <a16:creationId xmlns:a16="http://schemas.microsoft.com/office/drawing/2014/main" id="{393C88E5-A247-8899-C969-0A0BA62438B6}"/>
              </a:ext>
            </a:extLst>
          </p:cNvPr>
          <p:cNvSpPr>
            <a:spLocks noGrp="1"/>
          </p:cNvSpPr>
          <p:nvPr>
            <p:ph type="body" sz="quarter" idx="17"/>
          </p:nvPr>
        </p:nvSpPr>
        <p:spPr>
          <a:xfrm>
            <a:off x="5675580" y="4703901"/>
            <a:ext cx="5864774" cy="318886"/>
          </a:xfrm>
        </p:spPr>
        <p:txBody>
          <a:bodyPr anchor="ctr">
            <a:noAutofit/>
          </a:bodyPr>
          <a:lstStyle>
            <a:lvl1pPr marL="0" indent="0" algn="just">
              <a:lnSpc>
                <a:spcPts val="2000"/>
              </a:lnSpc>
              <a:buNone/>
              <a:defRPr sz="1800" b="0" spc="300">
                <a:solidFill>
                  <a:schemeClr val="bg1"/>
                </a:solidFill>
                <a:latin typeface="Poppins SemiBold" panose="00000700000000000000" pitchFamily="2" charset="0"/>
                <a:cs typeface="Poppins SemiBold" panose="00000700000000000000" pitchFamily="2" charset="0"/>
              </a:defRPr>
            </a:lvl1pPr>
          </a:lstStyle>
          <a:p>
            <a:pPr lvl="0"/>
            <a:endParaRPr lang="fr-FR" dirty="0"/>
          </a:p>
        </p:txBody>
      </p:sp>
      <p:sp>
        <p:nvSpPr>
          <p:cNvPr id="23" name="Espace réservé du texte 13">
            <a:extLst>
              <a:ext uri="{FF2B5EF4-FFF2-40B4-BE49-F238E27FC236}">
                <a16:creationId xmlns:a16="http://schemas.microsoft.com/office/drawing/2014/main" id="{688A9CE8-1E35-6AA5-9089-C6DF5D1BDE43}"/>
              </a:ext>
            </a:extLst>
          </p:cNvPr>
          <p:cNvSpPr>
            <a:spLocks noGrp="1"/>
          </p:cNvSpPr>
          <p:nvPr>
            <p:ph type="body" sz="quarter" idx="18"/>
          </p:nvPr>
        </p:nvSpPr>
        <p:spPr>
          <a:xfrm>
            <a:off x="5675580" y="5380385"/>
            <a:ext cx="5864774" cy="318886"/>
          </a:xfrm>
        </p:spPr>
        <p:txBody>
          <a:bodyPr anchor="ctr">
            <a:noAutofit/>
          </a:bodyPr>
          <a:lstStyle>
            <a:lvl1pPr marL="0" indent="0" algn="just">
              <a:lnSpc>
                <a:spcPts val="2000"/>
              </a:lnSpc>
              <a:buNone/>
              <a:defRPr sz="1800" b="0" spc="300">
                <a:solidFill>
                  <a:schemeClr val="bg1"/>
                </a:solidFill>
                <a:latin typeface="Poppins SemiBold" panose="00000700000000000000" pitchFamily="2" charset="0"/>
                <a:cs typeface="Poppins SemiBold" panose="00000700000000000000" pitchFamily="2" charset="0"/>
              </a:defRPr>
            </a:lvl1pPr>
          </a:lstStyle>
          <a:p>
            <a:pPr lvl="0"/>
            <a:endParaRPr lang="fr-FR" dirty="0"/>
          </a:p>
        </p:txBody>
      </p:sp>
      <p:sp>
        <p:nvSpPr>
          <p:cNvPr id="24" name="Espace réservé pour une image  10">
            <a:extLst>
              <a:ext uri="{FF2B5EF4-FFF2-40B4-BE49-F238E27FC236}">
                <a16:creationId xmlns:a16="http://schemas.microsoft.com/office/drawing/2014/main" id="{F63EBEC0-40BE-E33C-5D46-94125F0D1ACC}"/>
              </a:ext>
            </a:extLst>
          </p:cNvPr>
          <p:cNvSpPr>
            <a:spLocks noGrp="1"/>
          </p:cNvSpPr>
          <p:nvPr>
            <p:ph type="pic" sz="quarter" idx="13" hasCustomPrompt="1"/>
          </p:nvPr>
        </p:nvSpPr>
        <p:spPr>
          <a:xfrm>
            <a:off x="0" y="0"/>
            <a:ext cx="3683714" cy="6857999"/>
          </a:xfrm>
        </p:spPr>
        <p:txBody>
          <a:bodyPr anchor="ctr"/>
          <a:lstStyle>
            <a:lvl1pPr marL="0" indent="0" algn="ctr">
              <a:buNone/>
              <a:defRPr>
                <a:solidFill>
                  <a:schemeClr val="bg1"/>
                </a:solidFill>
              </a:defRPr>
            </a:lvl1pPr>
          </a:lstStyle>
          <a:p>
            <a:r>
              <a:rPr lang="fr-FR" dirty="0"/>
              <a:t>Insérer une image</a:t>
            </a:r>
          </a:p>
        </p:txBody>
      </p:sp>
      <p:sp>
        <p:nvSpPr>
          <p:cNvPr id="25" name="Espace réservé pour une image  28">
            <a:extLst>
              <a:ext uri="{FF2B5EF4-FFF2-40B4-BE49-F238E27FC236}">
                <a16:creationId xmlns:a16="http://schemas.microsoft.com/office/drawing/2014/main" id="{BE469345-1F11-3AC2-9409-EC476E7AA428}"/>
              </a:ext>
            </a:extLst>
          </p:cNvPr>
          <p:cNvSpPr>
            <a:spLocks noGrp="1"/>
          </p:cNvSpPr>
          <p:nvPr>
            <p:ph type="pic" sz="quarter" idx="22" hasCustomPrompt="1"/>
          </p:nvPr>
        </p:nvSpPr>
        <p:spPr>
          <a:xfrm>
            <a:off x="10117987" y="732105"/>
            <a:ext cx="1422367" cy="1584746"/>
          </a:xfrm>
        </p:spPr>
        <p:txBody>
          <a:bodyPr anchor="ctr">
            <a:normAutofit/>
          </a:bodyPr>
          <a:lstStyle>
            <a:lvl1pPr marL="0" indent="0" algn="ctr">
              <a:buNone/>
              <a:defRPr sz="1600">
                <a:solidFill>
                  <a:schemeClr val="bg1"/>
                </a:solidFill>
              </a:defRPr>
            </a:lvl1pPr>
          </a:lstStyle>
          <a:p>
            <a:r>
              <a:rPr lang="fr-FR" dirty="0"/>
              <a:t>Insérer logo</a:t>
            </a:r>
          </a:p>
        </p:txBody>
      </p:sp>
      <p:sp>
        <p:nvSpPr>
          <p:cNvPr id="26" name="Slide Number Placeholder 5">
            <a:extLst>
              <a:ext uri="{FF2B5EF4-FFF2-40B4-BE49-F238E27FC236}">
                <a16:creationId xmlns:a16="http://schemas.microsoft.com/office/drawing/2014/main" id="{4AAF839E-7D51-C605-6465-F89573737AA6}"/>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sp>
        <p:nvSpPr>
          <p:cNvPr id="27" name="Title 1">
            <a:extLst>
              <a:ext uri="{FF2B5EF4-FFF2-40B4-BE49-F238E27FC236}">
                <a16:creationId xmlns:a16="http://schemas.microsoft.com/office/drawing/2014/main" id="{B86602DE-8CD3-5174-7315-812C7186CF30}"/>
              </a:ext>
            </a:extLst>
          </p:cNvPr>
          <p:cNvSpPr txBox="1">
            <a:spLocks/>
          </p:cNvSpPr>
          <p:nvPr userDrawn="1"/>
        </p:nvSpPr>
        <p:spPr>
          <a:xfrm>
            <a:off x="4335359" y="1158729"/>
            <a:ext cx="4566903" cy="76008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spc="300">
                <a:solidFill>
                  <a:schemeClr val="bg1"/>
                </a:solidFill>
                <a:latin typeface="+mj-lt"/>
                <a:ea typeface="+mj-ea"/>
                <a:cs typeface="+mj-cs"/>
              </a:defRPr>
            </a:lvl1pPr>
          </a:lstStyle>
          <a:p>
            <a:r>
              <a:rPr lang="fr-FR" sz="5400" dirty="0"/>
              <a:t>SOMMAIRE</a:t>
            </a:r>
            <a:endParaRPr lang="en-US" sz="3600" dirty="0"/>
          </a:p>
        </p:txBody>
      </p:sp>
      <p:sp>
        <p:nvSpPr>
          <p:cNvPr id="34" name="Espace réservé du texte 13">
            <a:extLst>
              <a:ext uri="{FF2B5EF4-FFF2-40B4-BE49-F238E27FC236}">
                <a16:creationId xmlns:a16="http://schemas.microsoft.com/office/drawing/2014/main" id="{B48474A9-1F81-E039-46F1-00A6ED453A36}"/>
              </a:ext>
            </a:extLst>
          </p:cNvPr>
          <p:cNvSpPr>
            <a:spLocks noGrp="1"/>
          </p:cNvSpPr>
          <p:nvPr>
            <p:ph type="body" sz="quarter" idx="23" hasCustomPrompt="1"/>
          </p:nvPr>
        </p:nvSpPr>
        <p:spPr>
          <a:xfrm>
            <a:off x="4461347" y="3356250"/>
            <a:ext cx="1125173" cy="520635"/>
          </a:xfrm>
        </p:spPr>
        <p:txBody>
          <a:bodyPr anchor="b">
            <a:noAutofit/>
          </a:bodyPr>
          <a:lstStyle>
            <a:lvl1pPr marL="0" indent="0" algn="just">
              <a:lnSpc>
                <a:spcPts val="2000"/>
              </a:lnSpc>
              <a:buNone/>
              <a:defRPr sz="3600" b="0" spc="300">
                <a:solidFill>
                  <a:schemeClr val="bg1"/>
                </a:solidFill>
                <a:latin typeface="+mj-lt"/>
                <a:cs typeface="Poppins SemiBold" panose="00000700000000000000" pitchFamily="2" charset="0"/>
              </a:defRPr>
            </a:lvl1pPr>
          </a:lstStyle>
          <a:p>
            <a:pPr lvl="0"/>
            <a:r>
              <a:rPr lang="fr-FR" dirty="0"/>
              <a:t>02</a:t>
            </a:r>
          </a:p>
        </p:txBody>
      </p:sp>
      <p:sp>
        <p:nvSpPr>
          <p:cNvPr id="38" name="Espace réservé du texte 13">
            <a:extLst>
              <a:ext uri="{FF2B5EF4-FFF2-40B4-BE49-F238E27FC236}">
                <a16:creationId xmlns:a16="http://schemas.microsoft.com/office/drawing/2014/main" id="{74690233-3823-A004-F27F-8247DBD62718}"/>
              </a:ext>
            </a:extLst>
          </p:cNvPr>
          <p:cNvSpPr>
            <a:spLocks noGrp="1"/>
          </p:cNvSpPr>
          <p:nvPr>
            <p:ph type="body" sz="quarter" idx="27" hasCustomPrompt="1"/>
          </p:nvPr>
        </p:nvSpPr>
        <p:spPr>
          <a:xfrm>
            <a:off x="4461346" y="4029623"/>
            <a:ext cx="1125173" cy="520635"/>
          </a:xfrm>
        </p:spPr>
        <p:txBody>
          <a:bodyPr anchor="b">
            <a:noAutofit/>
          </a:bodyPr>
          <a:lstStyle>
            <a:lvl1pPr marL="0" indent="0" algn="just">
              <a:lnSpc>
                <a:spcPts val="2000"/>
              </a:lnSpc>
              <a:buNone/>
              <a:defRPr sz="3600" b="0" spc="300">
                <a:solidFill>
                  <a:schemeClr val="bg1"/>
                </a:solidFill>
                <a:latin typeface="+mj-lt"/>
                <a:cs typeface="Poppins SemiBold" panose="00000700000000000000" pitchFamily="2" charset="0"/>
              </a:defRPr>
            </a:lvl1pPr>
          </a:lstStyle>
          <a:p>
            <a:pPr lvl="0"/>
            <a:r>
              <a:rPr lang="fr-FR" dirty="0"/>
              <a:t>03</a:t>
            </a:r>
          </a:p>
        </p:txBody>
      </p:sp>
      <p:sp>
        <p:nvSpPr>
          <p:cNvPr id="39" name="Espace réservé du texte 13">
            <a:extLst>
              <a:ext uri="{FF2B5EF4-FFF2-40B4-BE49-F238E27FC236}">
                <a16:creationId xmlns:a16="http://schemas.microsoft.com/office/drawing/2014/main" id="{DC3967FE-2C70-6E09-4164-23368F307745}"/>
              </a:ext>
            </a:extLst>
          </p:cNvPr>
          <p:cNvSpPr>
            <a:spLocks noGrp="1"/>
          </p:cNvSpPr>
          <p:nvPr>
            <p:ph type="body" sz="quarter" idx="28" hasCustomPrompt="1"/>
          </p:nvPr>
        </p:nvSpPr>
        <p:spPr>
          <a:xfrm>
            <a:off x="4461346" y="4702996"/>
            <a:ext cx="1125173" cy="520635"/>
          </a:xfrm>
        </p:spPr>
        <p:txBody>
          <a:bodyPr anchor="b">
            <a:noAutofit/>
          </a:bodyPr>
          <a:lstStyle>
            <a:lvl1pPr marL="0" indent="0" algn="just">
              <a:lnSpc>
                <a:spcPts val="2000"/>
              </a:lnSpc>
              <a:buNone/>
              <a:defRPr sz="3600" b="0" spc="300">
                <a:solidFill>
                  <a:schemeClr val="bg1"/>
                </a:solidFill>
                <a:latin typeface="+mj-lt"/>
                <a:cs typeface="Poppins SemiBold" panose="00000700000000000000" pitchFamily="2" charset="0"/>
              </a:defRPr>
            </a:lvl1pPr>
          </a:lstStyle>
          <a:p>
            <a:pPr lvl="0"/>
            <a:r>
              <a:rPr lang="fr-FR" dirty="0"/>
              <a:t>04</a:t>
            </a:r>
          </a:p>
        </p:txBody>
      </p:sp>
      <p:sp>
        <p:nvSpPr>
          <p:cNvPr id="40" name="Espace réservé du texte 13">
            <a:extLst>
              <a:ext uri="{FF2B5EF4-FFF2-40B4-BE49-F238E27FC236}">
                <a16:creationId xmlns:a16="http://schemas.microsoft.com/office/drawing/2014/main" id="{8DD5F870-F242-3C0E-668B-E0F2D0A93010}"/>
              </a:ext>
            </a:extLst>
          </p:cNvPr>
          <p:cNvSpPr>
            <a:spLocks noGrp="1"/>
          </p:cNvSpPr>
          <p:nvPr>
            <p:ph type="body" sz="quarter" idx="29" hasCustomPrompt="1"/>
          </p:nvPr>
        </p:nvSpPr>
        <p:spPr>
          <a:xfrm>
            <a:off x="4461345" y="5376369"/>
            <a:ext cx="1125173" cy="520635"/>
          </a:xfrm>
        </p:spPr>
        <p:txBody>
          <a:bodyPr anchor="b">
            <a:noAutofit/>
          </a:bodyPr>
          <a:lstStyle>
            <a:lvl1pPr marL="0" indent="0" algn="just">
              <a:lnSpc>
                <a:spcPts val="2000"/>
              </a:lnSpc>
              <a:buNone/>
              <a:defRPr sz="3600" b="0" spc="300">
                <a:solidFill>
                  <a:schemeClr val="bg1"/>
                </a:solidFill>
                <a:latin typeface="+mj-lt"/>
                <a:cs typeface="Poppins SemiBold" panose="00000700000000000000" pitchFamily="2" charset="0"/>
              </a:defRPr>
            </a:lvl1pPr>
          </a:lstStyle>
          <a:p>
            <a:pPr lvl="0"/>
            <a:r>
              <a:rPr lang="fr-FR" dirty="0"/>
              <a:t>05</a:t>
            </a:r>
          </a:p>
        </p:txBody>
      </p:sp>
    </p:spTree>
    <p:extLst>
      <p:ext uri="{BB962C8B-B14F-4D97-AF65-F5344CB8AC3E}">
        <p14:creationId xmlns:p14="http://schemas.microsoft.com/office/powerpoint/2010/main" val="3031952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Chiffre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3411B71-EE3D-34EA-365D-B835504EB5AB}"/>
              </a:ext>
            </a:extLst>
          </p:cNvPr>
          <p:cNvSpPr/>
          <p:nvPr userDrawn="1"/>
        </p:nvSpPr>
        <p:spPr>
          <a:xfrm>
            <a:off x="10157254" y="0"/>
            <a:ext cx="2034746"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6" name="Image 25">
            <a:extLst>
              <a:ext uri="{FF2B5EF4-FFF2-40B4-BE49-F238E27FC236}">
                <a16:creationId xmlns:a16="http://schemas.microsoft.com/office/drawing/2014/main" id="{46424029-15B5-E38E-8878-070F6BF5D5C4}"/>
              </a:ext>
            </a:extLst>
          </p:cNvPr>
          <p:cNvPicPr>
            <a:picLocks noGrp="1" noRot="1" noChangeAspect="1" noMove="1" noResize="1" noEditPoints="1" noAdjustHandles="1" noChangeArrowheads="1" noChangeShapeType="1" noCrop="1"/>
          </p:cNvPicPr>
          <p:nvPr userDrawn="1"/>
        </p:nvPicPr>
        <p:blipFill>
          <a:blip r:embed="rId2" cstate="screen">
            <a:alphaModFix amt="29000"/>
            <a:extLst>
              <a:ext uri="{28A0092B-C50C-407E-A947-70E740481C1C}">
                <a14:useLocalDpi xmlns:a14="http://schemas.microsoft.com/office/drawing/2010/main"/>
              </a:ext>
            </a:extLst>
          </a:blip>
          <a:stretch>
            <a:fillRect/>
          </a:stretch>
        </p:blipFill>
        <p:spPr>
          <a:xfrm>
            <a:off x="7516495" y="-332221"/>
            <a:ext cx="8161769" cy="8161769"/>
          </a:xfrm>
          <a:prstGeom prst="rect">
            <a:avLst/>
          </a:prstGeom>
        </p:spPr>
      </p:pic>
      <p:sp>
        <p:nvSpPr>
          <p:cNvPr id="10" name="Espace réservé du numéro de diapositive 9">
            <a:extLst>
              <a:ext uri="{FF2B5EF4-FFF2-40B4-BE49-F238E27FC236}">
                <a16:creationId xmlns:a16="http://schemas.microsoft.com/office/drawing/2014/main" id="{583D2D31-3501-EBC3-9CAE-F6FF937E207A}"/>
              </a:ext>
            </a:extLst>
          </p:cNvPr>
          <p:cNvSpPr>
            <a:spLocks noGrp="1"/>
          </p:cNvSpPr>
          <p:nvPr>
            <p:ph type="sldNum" sz="quarter" idx="12"/>
          </p:nvPr>
        </p:nvSpPr>
        <p:spPr/>
        <p:txBody>
          <a:bodyPr/>
          <a:lstStyle>
            <a:lvl1pPr>
              <a:defRPr>
                <a:solidFill>
                  <a:schemeClr val="bg1"/>
                </a:solidFill>
              </a:defRPr>
            </a:lvl1pPr>
          </a:lstStyle>
          <a:p>
            <a:fld id="{2B9AAFD1-8584-4E1D-967B-FECB25C5F5AF}" type="slidenum">
              <a:rPr lang="fr-FR" smtClean="0"/>
              <a:pPr/>
              <a:t>‹N°›</a:t>
            </a:fld>
            <a:endParaRPr lang="fr-FR" dirty="0"/>
          </a:p>
        </p:txBody>
      </p:sp>
      <p:sp>
        <p:nvSpPr>
          <p:cNvPr id="14" name="Espace réservé pour une image  12">
            <a:extLst>
              <a:ext uri="{FF2B5EF4-FFF2-40B4-BE49-F238E27FC236}">
                <a16:creationId xmlns:a16="http://schemas.microsoft.com/office/drawing/2014/main" id="{A0D6D398-434C-A48C-854C-C424EE052F29}"/>
              </a:ext>
            </a:extLst>
          </p:cNvPr>
          <p:cNvSpPr>
            <a:spLocks noGrp="1"/>
          </p:cNvSpPr>
          <p:nvPr>
            <p:ph type="pic" sz="quarter" idx="15" hasCustomPrompt="1"/>
          </p:nvPr>
        </p:nvSpPr>
        <p:spPr>
          <a:xfrm>
            <a:off x="9584724" y="266503"/>
            <a:ext cx="2155938" cy="3543477"/>
          </a:xfrm>
        </p:spPr>
        <p:txBody>
          <a:bodyPr anchor="ctr"/>
          <a:lstStyle>
            <a:lvl1pPr marL="0" indent="0" algn="ctr">
              <a:buNone/>
              <a:defRPr/>
            </a:lvl1pPr>
          </a:lstStyle>
          <a:p>
            <a:r>
              <a:rPr lang="fr-FR" dirty="0"/>
              <a:t>Insérez une image</a:t>
            </a:r>
          </a:p>
        </p:txBody>
      </p:sp>
      <p:sp>
        <p:nvSpPr>
          <p:cNvPr id="15" name="Titre 1">
            <a:extLst>
              <a:ext uri="{FF2B5EF4-FFF2-40B4-BE49-F238E27FC236}">
                <a16:creationId xmlns:a16="http://schemas.microsoft.com/office/drawing/2014/main" id="{5AC0D29F-F8B7-C1B4-229F-90620933D5D9}"/>
              </a:ext>
            </a:extLst>
          </p:cNvPr>
          <p:cNvSpPr>
            <a:spLocks noGrp="1"/>
          </p:cNvSpPr>
          <p:nvPr>
            <p:ph type="title" hasCustomPrompt="1"/>
          </p:nvPr>
        </p:nvSpPr>
        <p:spPr>
          <a:xfrm>
            <a:off x="1348507" y="1036842"/>
            <a:ext cx="4736065" cy="1071001"/>
          </a:xfrm>
        </p:spPr>
        <p:txBody>
          <a:bodyPr anchor="t">
            <a:normAutofit/>
          </a:bodyPr>
          <a:lstStyle>
            <a:lvl1pPr>
              <a:defRPr sz="3600"/>
            </a:lvl1pPr>
          </a:lstStyle>
          <a:p>
            <a:r>
              <a:rPr lang="fr-FR" dirty="0"/>
              <a:t>MODIFIEZ LE STYLE DU TITRE</a:t>
            </a:r>
          </a:p>
        </p:txBody>
      </p:sp>
      <p:sp>
        <p:nvSpPr>
          <p:cNvPr id="25" name="Espace réservé du texte 13">
            <a:extLst>
              <a:ext uri="{FF2B5EF4-FFF2-40B4-BE49-F238E27FC236}">
                <a16:creationId xmlns:a16="http://schemas.microsoft.com/office/drawing/2014/main" id="{62292E56-5674-0F7A-E927-3C0FB29CA258}"/>
              </a:ext>
            </a:extLst>
          </p:cNvPr>
          <p:cNvSpPr>
            <a:spLocks noGrp="1"/>
          </p:cNvSpPr>
          <p:nvPr>
            <p:ph type="body" sz="quarter" idx="18"/>
          </p:nvPr>
        </p:nvSpPr>
        <p:spPr>
          <a:xfrm>
            <a:off x="1338051" y="2670078"/>
            <a:ext cx="4736065" cy="3543477"/>
          </a:xfrm>
        </p:spPr>
        <p:txBody>
          <a:bodyPr>
            <a:normAutofit/>
          </a:bodyPr>
          <a:lstStyle>
            <a:lvl1pPr marL="0" indent="0" algn="just">
              <a:lnSpc>
                <a:spcPts val="2000"/>
              </a:lnSpc>
              <a:buNone/>
              <a:defRPr sz="1400"/>
            </a:lvl1pPr>
          </a:lstStyle>
          <a:p>
            <a:pPr lvl="0"/>
            <a:endParaRPr lang="fr-FR" dirty="0"/>
          </a:p>
        </p:txBody>
      </p:sp>
      <p:sp>
        <p:nvSpPr>
          <p:cNvPr id="2" name="Espace réservé pour une image  12">
            <a:extLst>
              <a:ext uri="{FF2B5EF4-FFF2-40B4-BE49-F238E27FC236}">
                <a16:creationId xmlns:a16="http://schemas.microsoft.com/office/drawing/2014/main" id="{28A47F51-7B75-F02D-605C-37210E96D7A0}"/>
              </a:ext>
            </a:extLst>
          </p:cNvPr>
          <p:cNvSpPr>
            <a:spLocks noGrp="1"/>
          </p:cNvSpPr>
          <p:nvPr>
            <p:ph type="pic" sz="quarter" idx="22" hasCustomPrompt="1"/>
          </p:nvPr>
        </p:nvSpPr>
        <p:spPr>
          <a:xfrm>
            <a:off x="9584724" y="4068842"/>
            <a:ext cx="2155938" cy="2106603"/>
          </a:xfrm>
        </p:spPr>
        <p:txBody>
          <a:bodyPr anchor="ctr"/>
          <a:lstStyle>
            <a:lvl1pPr marL="0" indent="0" algn="ctr">
              <a:buNone/>
              <a:defRPr/>
            </a:lvl1pPr>
          </a:lstStyle>
          <a:p>
            <a:r>
              <a:rPr lang="fr-FR" dirty="0"/>
              <a:t>Insérez une image</a:t>
            </a:r>
          </a:p>
        </p:txBody>
      </p:sp>
      <p:sp>
        <p:nvSpPr>
          <p:cNvPr id="3" name="Espace réservé pour une image  12">
            <a:extLst>
              <a:ext uri="{FF2B5EF4-FFF2-40B4-BE49-F238E27FC236}">
                <a16:creationId xmlns:a16="http://schemas.microsoft.com/office/drawing/2014/main" id="{57CBB4A2-C017-F1AF-8621-76259CD3F564}"/>
              </a:ext>
            </a:extLst>
          </p:cNvPr>
          <p:cNvSpPr>
            <a:spLocks noGrp="1"/>
          </p:cNvSpPr>
          <p:nvPr>
            <p:ph type="pic" sz="quarter" idx="23" hasCustomPrompt="1"/>
          </p:nvPr>
        </p:nvSpPr>
        <p:spPr>
          <a:xfrm>
            <a:off x="7108231" y="2670078"/>
            <a:ext cx="2155938" cy="3543477"/>
          </a:xfrm>
        </p:spPr>
        <p:txBody>
          <a:bodyPr anchor="ctr"/>
          <a:lstStyle>
            <a:lvl1pPr marL="0" indent="0" algn="ctr">
              <a:buNone/>
              <a:defRPr/>
            </a:lvl1pPr>
          </a:lstStyle>
          <a:p>
            <a:r>
              <a:rPr lang="fr-FR" dirty="0"/>
              <a:t>Insérez une image</a:t>
            </a:r>
          </a:p>
        </p:txBody>
      </p:sp>
      <p:sp>
        <p:nvSpPr>
          <p:cNvPr id="4" name="Espace réservé pour une image  12">
            <a:extLst>
              <a:ext uri="{FF2B5EF4-FFF2-40B4-BE49-F238E27FC236}">
                <a16:creationId xmlns:a16="http://schemas.microsoft.com/office/drawing/2014/main" id="{48CEFC97-3C6B-9DB7-9ABA-53023F9802BD}"/>
              </a:ext>
            </a:extLst>
          </p:cNvPr>
          <p:cNvSpPr>
            <a:spLocks noGrp="1"/>
          </p:cNvSpPr>
          <p:nvPr>
            <p:ph type="pic" sz="quarter" idx="24" hasCustomPrompt="1"/>
          </p:nvPr>
        </p:nvSpPr>
        <p:spPr>
          <a:xfrm>
            <a:off x="7118687" y="266503"/>
            <a:ext cx="2155938" cy="2106603"/>
          </a:xfrm>
        </p:spPr>
        <p:txBody>
          <a:bodyPr anchor="ctr"/>
          <a:lstStyle>
            <a:lvl1pPr marL="0" indent="0" algn="ctr">
              <a:buNone/>
              <a:defRPr/>
            </a:lvl1pPr>
          </a:lstStyle>
          <a:p>
            <a:r>
              <a:rPr lang="fr-FR" dirty="0"/>
              <a:t>Insérez une image</a:t>
            </a:r>
          </a:p>
        </p:txBody>
      </p:sp>
      <p:sp>
        <p:nvSpPr>
          <p:cNvPr id="5" name="Espace réservé pour une image  12">
            <a:extLst>
              <a:ext uri="{FF2B5EF4-FFF2-40B4-BE49-F238E27FC236}">
                <a16:creationId xmlns:a16="http://schemas.microsoft.com/office/drawing/2014/main" id="{60953C08-2196-3E8B-0E82-DCD41FFF221D}"/>
              </a:ext>
            </a:extLst>
          </p:cNvPr>
          <p:cNvSpPr>
            <a:spLocks noGrp="1"/>
          </p:cNvSpPr>
          <p:nvPr>
            <p:ph type="pic" sz="quarter" idx="25" hasCustomPrompt="1"/>
          </p:nvPr>
        </p:nvSpPr>
        <p:spPr>
          <a:xfrm>
            <a:off x="356809" y="289271"/>
            <a:ext cx="1096084" cy="1071002"/>
          </a:xfrm>
        </p:spPr>
        <p:txBody>
          <a:bodyPr anchor="ctr">
            <a:noAutofit/>
          </a:bodyPr>
          <a:lstStyle>
            <a:lvl1pPr marL="0" indent="0" algn="ctr">
              <a:buNone/>
              <a:defRPr sz="1600"/>
            </a:lvl1pPr>
          </a:lstStyle>
          <a:p>
            <a:r>
              <a:rPr lang="fr-FR" dirty="0"/>
              <a:t>Insérez une image</a:t>
            </a:r>
          </a:p>
        </p:txBody>
      </p:sp>
    </p:spTree>
    <p:extLst>
      <p:ext uri="{BB962C8B-B14F-4D97-AF65-F5344CB8AC3E}">
        <p14:creationId xmlns:p14="http://schemas.microsoft.com/office/powerpoint/2010/main" val="349219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Image à gauche + texte">
    <p:spTree>
      <p:nvGrpSpPr>
        <p:cNvPr id="1" name=""/>
        <p:cNvGrpSpPr/>
        <p:nvPr/>
      </p:nvGrpSpPr>
      <p:grpSpPr>
        <a:xfrm>
          <a:off x="0" y="0"/>
          <a:ext cx="0" cy="0"/>
          <a:chOff x="0" y="0"/>
          <a:chExt cx="0" cy="0"/>
        </a:xfrm>
      </p:grpSpPr>
      <p:sp>
        <p:nvSpPr>
          <p:cNvPr id="22" name="Espace réservé pour une image  11">
            <a:extLst>
              <a:ext uri="{FF2B5EF4-FFF2-40B4-BE49-F238E27FC236}">
                <a16:creationId xmlns:a16="http://schemas.microsoft.com/office/drawing/2014/main" id="{D68DF855-6122-2E46-4B1D-09A5C7C9F437}"/>
              </a:ext>
            </a:extLst>
          </p:cNvPr>
          <p:cNvSpPr>
            <a:spLocks noGrp="1"/>
          </p:cNvSpPr>
          <p:nvPr>
            <p:ph type="pic" sz="quarter" idx="13" hasCustomPrompt="1"/>
          </p:nvPr>
        </p:nvSpPr>
        <p:spPr>
          <a:xfrm>
            <a:off x="432486" y="438147"/>
            <a:ext cx="4222834" cy="5962654"/>
          </a:xfrm>
        </p:spPr>
        <p:txBody>
          <a:bodyPr/>
          <a:lstStyle>
            <a:lvl1pPr marL="0" indent="0" algn="ctr">
              <a:lnSpc>
                <a:spcPct val="300000"/>
              </a:lnSpc>
              <a:buNone/>
              <a:defRPr/>
            </a:lvl1pPr>
          </a:lstStyle>
          <a:p>
            <a:r>
              <a:rPr lang="fr-FR" dirty="0"/>
              <a:t>Insérer une image</a:t>
            </a:r>
          </a:p>
        </p:txBody>
      </p:sp>
      <p:pic>
        <p:nvPicPr>
          <p:cNvPr id="23" name="Image 22">
            <a:extLst>
              <a:ext uri="{FF2B5EF4-FFF2-40B4-BE49-F238E27FC236}">
                <a16:creationId xmlns:a16="http://schemas.microsoft.com/office/drawing/2014/main" id="{908CDD53-94FE-7996-C597-51C4D4F1F8BE}"/>
              </a:ext>
            </a:extLst>
          </p:cNvPr>
          <p:cNvPicPr>
            <a:picLocks noChangeAspect="1"/>
          </p:cNvPicPr>
          <p:nvPr userDrawn="1"/>
        </p:nvPicPr>
        <p:blipFill>
          <a:blip r:embed="rId2" cstate="screen">
            <a:alphaModFix amt="16000"/>
            <a:extLst>
              <a:ext uri="{28A0092B-C50C-407E-A947-70E740481C1C}">
                <a14:useLocalDpi xmlns:a14="http://schemas.microsoft.com/office/drawing/2010/main"/>
              </a:ext>
            </a:extLst>
          </a:blip>
          <a:stretch>
            <a:fillRect/>
          </a:stretch>
        </p:blipFill>
        <p:spPr>
          <a:xfrm>
            <a:off x="7536681" y="438147"/>
            <a:ext cx="1433660" cy="1433660"/>
          </a:xfrm>
          <a:prstGeom prst="rect">
            <a:avLst/>
          </a:prstGeom>
        </p:spPr>
      </p:pic>
      <p:sp>
        <p:nvSpPr>
          <p:cNvPr id="25" name="Espace réservé du texte 13">
            <a:extLst>
              <a:ext uri="{FF2B5EF4-FFF2-40B4-BE49-F238E27FC236}">
                <a16:creationId xmlns:a16="http://schemas.microsoft.com/office/drawing/2014/main" id="{3255BBF3-D2C9-0C4D-C426-CC6007236ED9}"/>
              </a:ext>
            </a:extLst>
          </p:cNvPr>
          <p:cNvSpPr>
            <a:spLocks noGrp="1"/>
          </p:cNvSpPr>
          <p:nvPr>
            <p:ph type="body" sz="quarter" idx="14"/>
          </p:nvPr>
        </p:nvSpPr>
        <p:spPr>
          <a:xfrm>
            <a:off x="5356952" y="3648947"/>
            <a:ext cx="5678864" cy="2397788"/>
          </a:xfrm>
        </p:spPr>
        <p:txBody>
          <a:bodyPr>
            <a:normAutofit/>
          </a:bodyPr>
          <a:lstStyle>
            <a:lvl1pPr marL="0" indent="0" algn="just">
              <a:lnSpc>
                <a:spcPts val="2000"/>
              </a:lnSpc>
              <a:buNone/>
              <a:defRPr sz="1400"/>
            </a:lvl1pPr>
          </a:lstStyle>
          <a:p>
            <a:pPr lvl="0"/>
            <a:endParaRPr lang="fr-FR" dirty="0"/>
          </a:p>
        </p:txBody>
      </p:sp>
      <p:sp>
        <p:nvSpPr>
          <p:cNvPr id="26" name="Slide Number Placeholder 5">
            <a:extLst>
              <a:ext uri="{FF2B5EF4-FFF2-40B4-BE49-F238E27FC236}">
                <a16:creationId xmlns:a16="http://schemas.microsoft.com/office/drawing/2014/main" id="{973EBB82-4441-7C2C-864A-DE4C18D6048F}"/>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sp>
        <p:nvSpPr>
          <p:cNvPr id="27" name="Titre 1">
            <a:extLst>
              <a:ext uri="{FF2B5EF4-FFF2-40B4-BE49-F238E27FC236}">
                <a16:creationId xmlns:a16="http://schemas.microsoft.com/office/drawing/2014/main" id="{C6E2B325-1B1A-90A0-CEF0-801AB658CADF}"/>
              </a:ext>
            </a:extLst>
          </p:cNvPr>
          <p:cNvSpPr>
            <a:spLocks noGrp="1"/>
          </p:cNvSpPr>
          <p:nvPr>
            <p:ph type="title" hasCustomPrompt="1"/>
          </p:nvPr>
        </p:nvSpPr>
        <p:spPr>
          <a:xfrm>
            <a:off x="5354259" y="2091753"/>
            <a:ext cx="5678864" cy="1337248"/>
          </a:xfrm>
        </p:spPr>
        <p:txBody>
          <a:bodyPr anchor="t">
            <a:normAutofit/>
          </a:bodyPr>
          <a:lstStyle>
            <a:lvl1pPr>
              <a:defRPr sz="3600"/>
            </a:lvl1pPr>
          </a:lstStyle>
          <a:p>
            <a:r>
              <a:rPr lang="fr-FR" dirty="0"/>
              <a:t>MODIFIEZ LE STYLE DU TITRE</a:t>
            </a:r>
          </a:p>
        </p:txBody>
      </p:sp>
    </p:spTree>
    <p:extLst>
      <p:ext uri="{BB962C8B-B14F-4D97-AF65-F5344CB8AC3E}">
        <p14:creationId xmlns:p14="http://schemas.microsoft.com/office/powerpoint/2010/main" val="1504755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xte + image à dro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696F5B-64F4-CB41-51B1-090285B4A72A}"/>
              </a:ext>
            </a:extLst>
          </p:cNvPr>
          <p:cNvSpPr>
            <a:spLocks noGrp="1"/>
          </p:cNvSpPr>
          <p:nvPr>
            <p:ph type="title" hasCustomPrompt="1"/>
          </p:nvPr>
        </p:nvSpPr>
        <p:spPr>
          <a:xfrm>
            <a:off x="997539" y="2091753"/>
            <a:ext cx="5678864" cy="1337248"/>
          </a:xfrm>
        </p:spPr>
        <p:txBody>
          <a:bodyPr anchor="t">
            <a:normAutofit/>
          </a:bodyPr>
          <a:lstStyle>
            <a:lvl1pPr>
              <a:defRPr sz="3600"/>
            </a:lvl1pPr>
          </a:lstStyle>
          <a:p>
            <a:r>
              <a:rPr lang="fr-FR" dirty="0"/>
              <a:t>MODIFIEZ LE STYLE DU TITRE</a:t>
            </a:r>
          </a:p>
        </p:txBody>
      </p:sp>
      <p:cxnSp>
        <p:nvCxnSpPr>
          <p:cNvPr id="10" name="Connecteur droit 9">
            <a:extLst>
              <a:ext uri="{FF2B5EF4-FFF2-40B4-BE49-F238E27FC236}">
                <a16:creationId xmlns:a16="http://schemas.microsoft.com/office/drawing/2014/main" id="{6E57CECA-BBCB-9602-665D-2AAA234E4832}"/>
              </a:ext>
            </a:extLst>
          </p:cNvPr>
          <p:cNvCxnSpPr/>
          <p:nvPr userDrawn="1"/>
        </p:nvCxnSpPr>
        <p:spPr>
          <a:xfrm>
            <a:off x="1101234" y="1922234"/>
            <a:ext cx="108408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2" name="Espace réservé pour une image  11">
            <a:extLst>
              <a:ext uri="{FF2B5EF4-FFF2-40B4-BE49-F238E27FC236}">
                <a16:creationId xmlns:a16="http://schemas.microsoft.com/office/drawing/2014/main" id="{30E4B279-17F2-4EEF-F084-FCA1801FA4B4}"/>
              </a:ext>
            </a:extLst>
          </p:cNvPr>
          <p:cNvSpPr>
            <a:spLocks noGrp="1"/>
          </p:cNvSpPr>
          <p:nvPr>
            <p:ph type="pic" sz="quarter" idx="13" hasCustomPrompt="1"/>
          </p:nvPr>
        </p:nvSpPr>
        <p:spPr>
          <a:xfrm>
            <a:off x="7601276" y="468199"/>
            <a:ext cx="4138618" cy="5906963"/>
          </a:xfrm>
        </p:spPr>
        <p:txBody>
          <a:bodyPr/>
          <a:lstStyle>
            <a:lvl1pPr marL="0" indent="0" algn="ctr">
              <a:lnSpc>
                <a:spcPct val="300000"/>
              </a:lnSpc>
              <a:buNone/>
              <a:defRPr/>
            </a:lvl1pPr>
          </a:lstStyle>
          <a:p>
            <a:r>
              <a:rPr lang="fr-FR" dirty="0"/>
              <a:t>Insérer une image</a:t>
            </a:r>
          </a:p>
        </p:txBody>
      </p:sp>
      <p:pic>
        <p:nvPicPr>
          <p:cNvPr id="3" name="Image 2">
            <a:extLst>
              <a:ext uri="{FF2B5EF4-FFF2-40B4-BE49-F238E27FC236}">
                <a16:creationId xmlns:a16="http://schemas.microsoft.com/office/drawing/2014/main" id="{657C1706-3370-7D9F-1C7C-410D5B731EF2}"/>
              </a:ext>
            </a:extLst>
          </p:cNvPr>
          <p:cNvPicPr>
            <a:picLocks noChangeAspect="1"/>
          </p:cNvPicPr>
          <p:nvPr userDrawn="1"/>
        </p:nvPicPr>
        <p:blipFill>
          <a:blip r:embed="rId2" cstate="screen">
            <a:alphaModFix amt="16000"/>
            <a:extLst>
              <a:ext uri="{28A0092B-C50C-407E-A947-70E740481C1C}">
                <a14:useLocalDpi xmlns:a14="http://schemas.microsoft.com/office/drawing/2010/main"/>
              </a:ext>
            </a:extLst>
          </a:blip>
          <a:stretch>
            <a:fillRect/>
          </a:stretch>
        </p:blipFill>
        <p:spPr>
          <a:xfrm>
            <a:off x="3119487" y="438147"/>
            <a:ext cx="1433660" cy="1433660"/>
          </a:xfrm>
          <a:prstGeom prst="rect">
            <a:avLst/>
          </a:prstGeom>
        </p:spPr>
      </p:pic>
      <p:sp>
        <p:nvSpPr>
          <p:cNvPr id="4" name="Espace réservé du texte 13">
            <a:extLst>
              <a:ext uri="{FF2B5EF4-FFF2-40B4-BE49-F238E27FC236}">
                <a16:creationId xmlns:a16="http://schemas.microsoft.com/office/drawing/2014/main" id="{9F33B923-DF1A-FCCB-9CE1-1D285E6CF305}"/>
              </a:ext>
            </a:extLst>
          </p:cNvPr>
          <p:cNvSpPr>
            <a:spLocks noGrp="1"/>
          </p:cNvSpPr>
          <p:nvPr>
            <p:ph type="body" sz="quarter" idx="14"/>
          </p:nvPr>
        </p:nvSpPr>
        <p:spPr>
          <a:xfrm>
            <a:off x="997539" y="3648947"/>
            <a:ext cx="5678864" cy="2397788"/>
          </a:xfrm>
        </p:spPr>
        <p:txBody>
          <a:bodyPr>
            <a:normAutofit/>
          </a:bodyPr>
          <a:lstStyle>
            <a:lvl1pPr marL="0" indent="0" algn="just">
              <a:lnSpc>
                <a:spcPts val="2000"/>
              </a:lnSpc>
              <a:buNone/>
              <a:defRPr sz="1400"/>
            </a:lvl1pPr>
          </a:lstStyle>
          <a:p>
            <a:pPr lvl="0"/>
            <a:endParaRPr lang="fr-FR" dirty="0"/>
          </a:p>
        </p:txBody>
      </p:sp>
      <p:sp>
        <p:nvSpPr>
          <p:cNvPr id="7" name="Slide Number Placeholder 5">
            <a:extLst>
              <a:ext uri="{FF2B5EF4-FFF2-40B4-BE49-F238E27FC236}">
                <a16:creationId xmlns:a16="http://schemas.microsoft.com/office/drawing/2014/main" id="{648A6EE0-0EEF-B4D9-77B5-B475FC4D90A5}"/>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spTree>
    <p:extLst>
      <p:ext uri="{BB962C8B-B14F-4D97-AF65-F5344CB8AC3E}">
        <p14:creationId xmlns:p14="http://schemas.microsoft.com/office/powerpoint/2010/main" val="523705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4 colonn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EA50D7-9BE1-1A2A-C72B-3FE1171E3A3E}"/>
              </a:ext>
            </a:extLst>
          </p:cNvPr>
          <p:cNvSpPr>
            <a:spLocks noGrp="1" noRot="1" noMove="1" noResize="1" noEditPoints="1" noAdjustHandles="1" noChangeArrowheads="1" noChangeShapeType="1"/>
          </p:cNvSpPr>
          <p:nvPr userDrawn="1"/>
        </p:nvSpPr>
        <p:spPr>
          <a:xfrm>
            <a:off x="-463463" y="-438411"/>
            <a:ext cx="13114751" cy="7716033"/>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pic>
        <p:nvPicPr>
          <p:cNvPr id="36" name="Image 35">
            <a:extLst>
              <a:ext uri="{FF2B5EF4-FFF2-40B4-BE49-F238E27FC236}">
                <a16:creationId xmlns:a16="http://schemas.microsoft.com/office/drawing/2014/main" id="{A437BFCD-F0B0-54DA-84F0-D7EF043214FC}"/>
              </a:ext>
            </a:extLst>
          </p:cNvPr>
          <p:cNvPicPr>
            <a:picLocks noChangeAspect="1"/>
          </p:cNvPicPr>
          <p:nvPr userDrawn="1"/>
        </p:nvPicPr>
        <p:blipFill>
          <a:blip r:embed="rId2">
            <a:alphaModFix amt="10000"/>
            <a:extLst>
              <a:ext uri="{28A0092B-C50C-407E-A947-70E740481C1C}">
                <a14:useLocalDpi xmlns:a14="http://schemas.microsoft.com/office/drawing/2010/main"/>
              </a:ext>
            </a:extLst>
          </a:blip>
          <a:stretch>
            <a:fillRect/>
          </a:stretch>
        </p:blipFill>
        <p:spPr>
          <a:xfrm>
            <a:off x="7291371" y="-3566689"/>
            <a:ext cx="10288164" cy="10288164"/>
          </a:xfrm>
          <a:prstGeom prst="rect">
            <a:avLst/>
          </a:prstGeom>
        </p:spPr>
      </p:pic>
      <p:sp>
        <p:nvSpPr>
          <p:cNvPr id="11" name="Title 1">
            <a:extLst>
              <a:ext uri="{FF2B5EF4-FFF2-40B4-BE49-F238E27FC236}">
                <a16:creationId xmlns:a16="http://schemas.microsoft.com/office/drawing/2014/main" id="{8F646637-B979-E55C-4201-83D439D22A66}"/>
              </a:ext>
            </a:extLst>
          </p:cNvPr>
          <p:cNvSpPr>
            <a:spLocks noGrp="1"/>
          </p:cNvSpPr>
          <p:nvPr>
            <p:ph type="title" hasCustomPrompt="1"/>
          </p:nvPr>
        </p:nvSpPr>
        <p:spPr>
          <a:xfrm>
            <a:off x="1225756" y="218660"/>
            <a:ext cx="9864441" cy="1081331"/>
          </a:xfrm>
        </p:spPr>
        <p:txBody>
          <a:bodyPr>
            <a:noAutofit/>
          </a:bodyPr>
          <a:lstStyle>
            <a:lvl1pPr algn="ctr">
              <a:defRPr sz="4400" spc="300">
                <a:solidFill>
                  <a:schemeClr val="bg1"/>
                </a:solidFill>
              </a:defRPr>
            </a:lvl1pPr>
          </a:lstStyle>
          <a:p>
            <a:r>
              <a:rPr lang="fr-FR" dirty="0"/>
              <a:t>MODIFIEZ LE STYLE DU TITRE</a:t>
            </a:r>
            <a:endParaRPr lang="en-US" dirty="0"/>
          </a:p>
        </p:txBody>
      </p:sp>
      <p:sp>
        <p:nvSpPr>
          <p:cNvPr id="21" name="Espace réservé du texte 20">
            <a:extLst>
              <a:ext uri="{FF2B5EF4-FFF2-40B4-BE49-F238E27FC236}">
                <a16:creationId xmlns:a16="http://schemas.microsoft.com/office/drawing/2014/main" id="{6C7B0E99-A76F-F9CD-7F86-5925EB0DA8D6}"/>
              </a:ext>
            </a:extLst>
          </p:cNvPr>
          <p:cNvSpPr>
            <a:spLocks noGrp="1"/>
          </p:cNvSpPr>
          <p:nvPr>
            <p:ph type="body" sz="quarter" idx="14"/>
          </p:nvPr>
        </p:nvSpPr>
        <p:spPr>
          <a:xfrm>
            <a:off x="1225756" y="4709263"/>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28" name="Espace réservé du texte 20">
            <a:extLst>
              <a:ext uri="{FF2B5EF4-FFF2-40B4-BE49-F238E27FC236}">
                <a16:creationId xmlns:a16="http://schemas.microsoft.com/office/drawing/2014/main" id="{FDAEF6ED-EF7E-03BE-D261-DEE35FECE01D}"/>
              </a:ext>
            </a:extLst>
          </p:cNvPr>
          <p:cNvSpPr>
            <a:spLocks noGrp="1"/>
          </p:cNvSpPr>
          <p:nvPr>
            <p:ph type="body" sz="quarter" idx="16"/>
          </p:nvPr>
        </p:nvSpPr>
        <p:spPr>
          <a:xfrm>
            <a:off x="3969391" y="4709263"/>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31" name="Espace réservé du texte 20">
            <a:extLst>
              <a:ext uri="{FF2B5EF4-FFF2-40B4-BE49-F238E27FC236}">
                <a16:creationId xmlns:a16="http://schemas.microsoft.com/office/drawing/2014/main" id="{20C60AE8-EB0F-871C-9C4D-CD943E20819F}"/>
              </a:ext>
            </a:extLst>
          </p:cNvPr>
          <p:cNvSpPr>
            <a:spLocks noGrp="1"/>
          </p:cNvSpPr>
          <p:nvPr>
            <p:ph type="body" sz="quarter" idx="18"/>
          </p:nvPr>
        </p:nvSpPr>
        <p:spPr>
          <a:xfrm>
            <a:off x="6713026" y="4693605"/>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33" name="Espace réservé pour une image  15">
            <a:extLst>
              <a:ext uri="{FF2B5EF4-FFF2-40B4-BE49-F238E27FC236}">
                <a16:creationId xmlns:a16="http://schemas.microsoft.com/office/drawing/2014/main" id="{9BD3D9DB-1D0E-5251-1FB6-709653E7C880}"/>
              </a:ext>
            </a:extLst>
          </p:cNvPr>
          <p:cNvSpPr>
            <a:spLocks noGrp="1"/>
          </p:cNvSpPr>
          <p:nvPr>
            <p:ph type="pic" sz="quarter" idx="19" hasCustomPrompt="1"/>
          </p:nvPr>
        </p:nvSpPr>
        <p:spPr>
          <a:xfrm>
            <a:off x="9221505" y="1843740"/>
            <a:ext cx="2103851" cy="2103851"/>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34" name="Espace réservé du texte 20">
            <a:extLst>
              <a:ext uri="{FF2B5EF4-FFF2-40B4-BE49-F238E27FC236}">
                <a16:creationId xmlns:a16="http://schemas.microsoft.com/office/drawing/2014/main" id="{E5ED82D2-A0C1-E064-7EC6-A36EF8DE52B3}"/>
              </a:ext>
            </a:extLst>
          </p:cNvPr>
          <p:cNvSpPr>
            <a:spLocks noGrp="1"/>
          </p:cNvSpPr>
          <p:nvPr>
            <p:ph type="body" sz="quarter" idx="20"/>
          </p:nvPr>
        </p:nvSpPr>
        <p:spPr>
          <a:xfrm>
            <a:off x="9456661" y="4693605"/>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37" name="Espace réservé pour une image  15">
            <a:extLst>
              <a:ext uri="{FF2B5EF4-FFF2-40B4-BE49-F238E27FC236}">
                <a16:creationId xmlns:a16="http://schemas.microsoft.com/office/drawing/2014/main" id="{1EDAD34E-964A-F6A6-426D-872843C0EBB5}"/>
              </a:ext>
            </a:extLst>
          </p:cNvPr>
          <p:cNvSpPr>
            <a:spLocks noGrp="1"/>
          </p:cNvSpPr>
          <p:nvPr>
            <p:ph type="pic" sz="quarter" idx="21" hasCustomPrompt="1"/>
          </p:nvPr>
        </p:nvSpPr>
        <p:spPr>
          <a:xfrm>
            <a:off x="6477869" y="1843740"/>
            <a:ext cx="2103851" cy="2103851"/>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38" name="Espace réservé pour une image  15">
            <a:extLst>
              <a:ext uri="{FF2B5EF4-FFF2-40B4-BE49-F238E27FC236}">
                <a16:creationId xmlns:a16="http://schemas.microsoft.com/office/drawing/2014/main" id="{B58BA14D-A72B-A0E2-81B0-C5546BC36DE9}"/>
              </a:ext>
            </a:extLst>
          </p:cNvPr>
          <p:cNvSpPr>
            <a:spLocks noGrp="1"/>
          </p:cNvSpPr>
          <p:nvPr>
            <p:ph type="pic" sz="quarter" idx="22" hasCustomPrompt="1"/>
          </p:nvPr>
        </p:nvSpPr>
        <p:spPr>
          <a:xfrm>
            <a:off x="3734975" y="1843740"/>
            <a:ext cx="2103851" cy="2103851"/>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39" name="Espace réservé pour une image  15">
            <a:extLst>
              <a:ext uri="{FF2B5EF4-FFF2-40B4-BE49-F238E27FC236}">
                <a16:creationId xmlns:a16="http://schemas.microsoft.com/office/drawing/2014/main" id="{4332CBDA-F659-76A0-A267-9F39DE9304F5}"/>
              </a:ext>
            </a:extLst>
          </p:cNvPr>
          <p:cNvSpPr>
            <a:spLocks noGrp="1"/>
          </p:cNvSpPr>
          <p:nvPr>
            <p:ph type="pic" sz="quarter" idx="23" hasCustomPrompt="1"/>
          </p:nvPr>
        </p:nvSpPr>
        <p:spPr>
          <a:xfrm>
            <a:off x="985209" y="1843740"/>
            <a:ext cx="2103851" cy="2103851"/>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40" name="Slide Number Placeholder 5">
            <a:extLst>
              <a:ext uri="{FF2B5EF4-FFF2-40B4-BE49-F238E27FC236}">
                <a16:creationId xmlns:a16="http://schemas.microsoft.com/office/drawing/2014/main" id="{FC7BC730-AD8C-CEDC-E184-9300903DFFAA}"/>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sp>
        <p:nvSpPr>
          <p:cNvPr id="41" name="Espace réservé du texte 20">
            <a:extLst>
              <a:ext uri="{FF2B5EF4-FFF2-40B4-BE49-F238E27FC236}">
                <a16:creationId xmlns:a16="http://schemas.microsoft.com/office/drawing/2014/main" id="{D7ACE1D0-D8E8-26CD-89F1-D0A856E0CD96}"/>
              </a:ext>
            </a:extLst>
          </p:cNvPr>
          <p:cNvSpPr>
            <a:spLocks noGrp="1"/>
          </p:cNvSpPr>
          <p:nvPr>
            <p:ph type="body" sz="quarter" idx="24"/>
          </p:nvPr>
        </p:nvSpPr>
        <p:spPr>
          <a:xfrm>
            <a:off x="3969391"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
        <p:nvSpPr>
          <p:cNvPr id="42" name="Espace réservé du texte 20">
            <a:extLst>
              <a:ext uri="{FF2B5EF4-FFF2-40B4-BE49-F238E27FC236}">
                <a16:creationId xmlns:a16="http://schemas.microsoft.com/office/drawing/2014/main" id="{DFEA0C22-CDC3-1ED0-FB88-17312DED3CBF}"/>
              </a:ext>
            </a:extLst>
          </p:cNvPr>
          <p:cNvSpPr>
            <a:spLocks noGrp="1"/>
          </p:cNvSpPr>
          <p:nvPr>
            <p:ph type="body" sz="quarter" idx="25"/>
          </p:nvPr>
        </p:nvSpPr>
        <p:spPr>
          <a:xfrm>
            <a:off x="6713025"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
        <p:nvSpPr>
          <p:cNvPr id="43" name="Espace réservé du texte 20">
            <a:extLst>
              <a:ext uri="{FF2B5EF4-FFF2-40B4-BE49-F238E27FC236}">
                <a16:creationId xmlns:a16="http://schemas.microsoft.com/office/drawing/2014/main" id="{D97A02FB-D3D3-223A-5D6C-00B20893ECAA}"/>
              </a:ext>
            </a:extLst>
          </p:cNvPr>
          <p:cNvSpPr>
            <a:spLocks noGrp="1"/>
          </p:cNvSpPr>
          <p:nvPr>
            <p:ph type="body" sz="quarter" idx="26"/>
          </p:nvPr>
        </p:nvSpPr>
        <p:spPr>
          <a:xfrm>
            <a:off x="9456659"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
        <p:nvSpPr>
          <p:cNvPr id="44" name="Espace réservé du texte 20">
            <a:extLst>
              <a:ext uri="{FF2B5EF4-FFF2-40B4-BE49-F238E27FC236}">
                <a16:creationId xmlns:a16="http://schemas.microsoft.com/office/drawing/2014/main" id="{394AC90F-A244-889D-6B44-3727CA3360F5}"/>
              </a:ext>
            </a:extLst>
          </p:cNvPr>
          <p:cNvSpPr>
            <a:spLocks noGrp="1"/>
          </p:cNvSpPr>
          <p:nvPr>
            <p:ph type="body" sz="quarter" idx="27"/>
          </p:nvPr>
        </p:nvSpPr>
        <p:spPr>
          <a:xfrm>
            <a:off x="1225756"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Tree>
    <p:extLst>
      <p:ext uri="{BB962C8B-B14F-4D97-AF65-F5344CB8AC3E}">
        <p14:creationId xmlns:p14="http://schemas.microsoft.com/office/powerpoint/2010/main" val="3240985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4 colonn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EA50D7-9BE1-1A2A-C72B-3FE1171E3A3E}"/>
              </a:ext>
            </a:extLst>
          </p:cNvPr>
          <p:cNvSpPr>
            <a:spLocks noGrp="1" noRot="1" noMove="1" noResize="1" noEditPoints="1" noAdjustHandles="1" noChangeArrowheads="1" noChangeShapeType="1"/>
          </p:cNvSpPr>
          <p:nvPr userDrawn="1"/>
        </p:nvSpPr>
        <p:spPr>
          <a:xfrm>
            <a:off x="-463463" y="-438411"/>
            <a:ext cx="13114751" cy="7716033"/>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pic>
        <p:nvPicPr>
          <p:cNvPr id="36" name="Image 35">
            <a:extLst>
              <a:ext uri="{FF2B5EF4-FFF2-40B4-BE49-F238E27FC236}">
                <a16:creationId xmlns:a16="http://schemas.microsoft.com/office/drawing/2014/main" id="{A437BFCD-F0B0-54DA-84F0-D7EF043214FC}"/>
              </a:ext>
            </a:extLst>
          </p:cNvPr>
          <p:cNvPicPr>
            <a:picLocks noChangeAspect="1"/>
          </p:cNvPicPr>
          <p:nvPr userDrawn="1"/>
        </p:nvPicPr>
        <p:blipFill>
          <a:blip r:embed="rId2">
            <a:alphaModFix amt="10000"/>
            <a:extLst>
              <a:ext uri="{28A0092B-C50C-407E-A947-70E740481C1C}">
                <a14:useLocalDpi xmlns:a14="http://schemas.microsoft.com/office/drawing/2010/main"/>
              </a:ext>
            </a:extLst>
          </a:blip>
          <a:stretch>
            <a:fillRect/>
          </a:stretch>
        </p:blipFill>
        <p:spPr>
          <a:xfrm>
            <a:off x="7291371" y="-3566689"/>
            <a:ext cx="10288164" cy="10288164"/>
          </a:xfrm>
          <a:prstGeom prst="rect">
            <a:avLst/>
          </a:prstGeom>
        </p:spPr>
      </p:pic>
      <p:sp>
        <p:nvSpPr>
          <p:cNvPr id="11" name="Title 1">
            <a:extLst>
              <a:ext uri="{FF2B5EF4-FFF2-40B4-BE49-F238E27FC236}">
                <a16:creationId xmlns:a16="http://schemas.microsoft.com/office/drawing/2014/main" id="{8F646637-B979-E55C-4201-83D439D22A66}"/>
              </a:ext>
            </a:extLst>
          </p:cNvPr>
          <p:cNvSpPr>
            <a:spLocks noGrp="1"/>
          </p:cNvSpPr>
          <p:nvPr>
            <p:ph type="title" hasCustomPrompt="1"/>
          </p:nvPr>
        </p:nvSpPr>
        <p:spPr>
          <a:xfrm>
            <a:off x="1225756" y="218660"/>
            <a:ext cx="9864441" cy="1081331"/>
          </a:xfrm>
        </p:spPr>
        <p:txBody>
          <a:bodyPr>
            <a:noAutofit/>
          </a:bodyPr>
          <a:lstStyle>
            <a:lvl1pPr algn="ctr">
              <a:defRPr sz="4400" spc="300">
                <a:solidFill>
                  <a:schemeClr val="bg1"/>
                </a:solidFill>
              </a:defRPr>
            </a:lvl1pPr>
          </a:lstStyle>
          <a:p>
            <a:r>
              <a:rPr lang="fr-FR" dirty="0"/>
              <a:t>MODIFIEZ LE STYLE DU TITRE</a:t>
            </a:r>
            <a:endParaRPr lang="en-US" dirty="0"/>
          </a:p>
        </p:txBody>
      </p:sp>
      <p:sp>
        <p:nvSpPr>
          <p:cNvPr id="21" name="Espace réservé du texte 20">
            <a:extLst>
              <a:ext uri="{FF2B5EF4-FFF2-40B4-BE49-F238E27FC236}">
                <a16:creationId xmlns:a16="http://schemas.microsoft.com/office/drawing/2014/main" id="{6C7B0E99-A76F-F9CD-7F86-5925EB0DA8D6}"/>
              </a:ext>
            </a:extLst>
          </p:cNvPr>
          <p:cNvSpPr>
            <a:spLocks noGrp="1"/>
          </p:cNvSpPr>
          <p:nvPr>
            <p:ph type="body" sz="quarter" idx="14"/>
          </p:nvPr>
        </p:nvSpPr>
        <p:spPr>
          <a:xfrm>
            <a:off x="408986" y="4709263"/>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39" name="Espace réservé pour une image  15">
            <a:extLst>
              <a:ext uri="{FF2B5EF4-FFF2-40B4-BE49-F238E27FC236}">
                <a16:creationId xmlns:a16="http://schemas.microsoft.com/office/drawing/2014/main" id="{4332CBDA-F659-76A0-A267-9F39DE9304F5}"/>
              </a:ext>
            </a:extLst>
          </p:cNvPr>
          <p:cNvSpPr>
            <a:spLocks noGrp="1"/>
          </p:cNvSpPr>
          <p:nvPr>
            <p:ph type="pic" sz="quarter" idx="23" hasCustomPrompt="1"/>
          </p:nvPr>
        </p:nvSpPr>
        <p:spPr>
          <a:xfrm>
            <a:off x="288713" y="1988028"/>
            <a:ext cx="1874085" cy="1874085"/>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40" name="Slide Number Placeholder 5">
            <a:extLst>
              <a:ext uri="{FF2B5EF4-FFF2-40B4-BE49-F238E27FC236}">
                <a16:creationId xmlns:a16="http://schemas.microsoft.com/office/drawing/2014/main" id="{FC7BC730-AD8C-CEDC-E184-9300903DFFAA}"/>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sp>
        <p:nvSpPr>
          <p:cNvPr id="44" name="Espace réservé du texte 20">
            <a:extLst>
              <a:ext uri="{FF2B5EF4-FFF2-40B4-BE49-F238E27FC236}">
                <a16:creationId xmlns:a16="http://schemas.microsoft.com/office/drawing/2014/main" id="{394AC90F-A244-889D-6B44-3727CA3360F5}"/>
              </a:ext>
            </a:extLst>
          </p:cNvPr>
          <p:cNvSpPr>
            <a:spLocks noGrp="1"/>
          </p:cNvSpPr>
          <p:nvPr>
            <p:ph type="body" sz="quarter" idx="27"/>
          </p:nvPr>
        </p:nvSpPr>
        <p:spPr>
          <a:xfrm>
            <a:off x="408986"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
        <p:nvSpPr>
          <p:cNvPr id="12" name="Espace réservé du texte 20">
            <a:extLst>
              <a:ext uri="{FF2B5EF4-FFF2-40B4-BE49-F238E27FC236}">
                <a16:creationId xmlns:a16="http://schemas.microsoft.com/office/drawing/2014/main" id="{63C457A6-F51C-E3CC-196F-A5B60B329502}"/>
              </a:ext>
            </a:extLst>
          </p:cNvPr>
          <p:cNvSpPr>
            <a:spLocks noGrp="1"/>
          </p:cNvSpPr>
          <p:nvPr>
            <p:ph type="body" sz="quarter" idx="28"/>
          </p:nvPr>
        </p:nvSpPr>
        <p:spPr>
          <a:xfrm>
            <a:off x="2752835" y="4715430"/>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13" name="Espace réservé pour une image  15">
            <a:extLst>
              <a:ext uri="{FF2B5EF4-FFF2-40B4-BE49-F238E27FC236}">
                <a16:creationId xmlns:a16="http://schemas.microsoft.com/office/drawing/2014/main" id="{C70A5F9C-E9D4-55DE-DBEA-B9A8BF451E7F}"/>
              </a:ext>
            </a:extLst>
          </p:cNvPr>
          <p:cNvSpPr>
            <a:spLocks noGrp="1"/>
          </p:cNvSpPr>
          <p:nvPr>
            <p:ph type="pic" sz="quarter" idx="29" hasCustomPrompt="1"/>
          </p:nvPr>
        </p:nvSpPr>
        <p:spPr>
          <a:xfrm>
            <a:off x="2632562" y="1994195"/>
            <a:ext cx="1874085" cy="1874085"/>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14" name="Espace réservé du texte 20">
            <a:extLst>
              <a:ext uri="{FF2B5EF4-FFF2-40B4-BE49-F238E27FC236}">
                <a16:creationId xmlns:a16="http://schemas.microsoft.com/office/drawing/2014/main" id="{E4E0C29F-870E-A55A-BD9C-A047F2D6DFE4}"/>
              </a:ext>
            </a:extLst>
          </p:cNvPr>
          <p:cNvSpPr>
            <a:spLocks noGrp="1"/>
          </p:cNvSpPr>
          <p:nvPr>
            <p:ph type="body" sz="quarter" idx="30"/>
          </p:nvPr>
        </p:nvSpPr>
        <p:spPr>
          <a:xfrm>
            <a:off x="2752835" y="4075103"/>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
        <p:nvSpPr>
          <p:cNvPr id="15" name="Espace réservé du texte 20">
            <a:extLst>
              <a:ext uri="{FF2B5EF4-FFF2-40B4-BE49-F238E27FC236}">
                <a16:creationId xmlns:a16="http://schemas.microsoft.com/office/drawing/2014/main" id="{1A37B02E-4D96-6D6C-7590-EDDD1DE9988F}"/>
              </a:ext>
            </a:extLst>
          </p:cNvPr>
          <p:cNvSpPr>
            <a:spLocks noGrp="1"/>
          </p:cNvSpPr>
          <p:nvPr>
            <p:ph type="body" sz="quarter" idx="31"/>
          </p:nvPr>
        </p:nvSpPr>
        <p:spPr>
          <a:xfrm>
            <a:off x="5216957" y="4709263"/>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16" name="Espace réservé pour une image  15">
            <a:extLst>
              <a:ext uri="{FF2B5EF4-FFF2-40B4-BE49-F238E27FC236}">
                <a16:creationId xmlns:a16="http://schemas.microsoft.com/office/drawing/2014/main" id="{6E996883-8E8F-C14D-D5AA-10442EB52BAE}"/>
              </a:ext>
            </a:extLst>
          </p:cNvPr>
          <p:cNvSpPr>
            <a:spLocks noGrp="1"/>
          </p:cNvSpPr>
          <p:nvPr>
            <p:ph type="pic" sz="quarter" idx="32" hasCustomPrompt="1"/>
          </p:nvPr>
        </p:nvSpPr>
        <p:spPr>
          <a:xfrm>
            <a:off x="5096684" y="1988028"/>
            <a:ext cx="1874085" cy="1874085"/>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17" name="Espace réservé du texte 20">
            <a:extLst>
              <a:ext uri="{FF2B5EF4-FFF2-40B4-BE49-F238E27FC236}">
                <a16:creationId xmlns:a16="http://schemas.microsoft.com/office/drawing/2014/main" id="{037F0611-4E01-5F48-A952-4ABE2A22DAB4}"/>
              </a:ext>
            </a:extLst>
          </p:cNvPr>
          <p:cNvSpPr>
            <a:spLocks noGrp="1"/>
          </p:cNvSpPr>
          <p:nvPr>
            <p:ph type="body" sz="quarter" idx="33"/>
          </p:nvPr>
        </p:nvSpPr>
        <p:spPr>
          <a:xfrm>
            <a:off x="5216957"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
        <p:nvSpPr>
          <p:cNvPr id="18" name="Espace réservé du texte 20">
            <a:extLst>
              <a:ext uri="{FF2B5EF4-FFF2-40B4-BE49-F238E27FC236}">
                <a16:creationId xmlns:a16="http://schemas.microsoft.com/office/drawing/2014/main" id="{9E6C39DE-BDD1-EADF-C2BB-EF15E61ADA66}"/>
              </a:ext>
            </a:extLst>
          </p:cNvPr>
          <p:cNvSpPr>
            <a:spLocks noGrp="1"/>
          </p:cNvSpPr>
          <p:nvPr>
            <p:ph type="body" sz="quarter" idx="34"/>
          </p:nvPr>
        </p:nvSpPr>
        <p:spPr>
          <a:xfrm>
            <a:off x="7681079" y="4709263"/>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19" name="Espace réservé pour une image  15">
            <a:extLst>
              <a:ext uri="{FF2B5EF4-FFF2-40B4-BE49-F238E27FC236}">
                <a16:creationId xmlns:a16="http://schemas.microsoft.com/office/drawing/2014/main" id="{370639CC-454F-0A96-4E93-EBA473BD53EB}"/>
              </a:ext>
            </a:extLst>
          </p:cNvPr>
          <p:cNvSpPr>
            <a:spLocks noGrp="1"/>
          </p:cNvSpPr>
          <p:nvPr>
            <p:ph type="pic" sz="quarter" idx="35" hasCustomPrompt="1"/>
          </p:nvPr>
        </p:nvSpPr>
        <p:spPr>
          <a:xfrm>
            <a:off x="7560806" y="1988028"/>
            <a:ext cx="1874085" cy="1874085"/>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20" name="Espace réservé du texte 20">
            <a:extLst>
              <a:ext uri="{FF2B5EF4-FFF2-40B4-BE49-F238E27FC236}">
                <a16:creationId xmlns:a16="http://schemas.microsoft.com/office/drawing/2014/main" id="{A7E248AB-8CB5-411E-EAB7-07200E1FB233}"/>
              </a:ext>
            </a:extLst>
          </p:cNvPr>
          <p:cNvSpPr>
            <a:spLocks noGrp="1"/>
          </p:cNvSpPr>
          <p:nvPr>
            <p:ph type="body" sz="quarter" idx="36"/>
          </p:nvPr>
        </p:nvSpPr>
        <p:spPr>
          <a:xfrm>
            <a:off x="7681079"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
        <p:nvSpPr>
          <p:cNvPr id="22" name="Espace réservé du texte 20">
            <a:extLst>
              <a:ext uri="{FF2B5EF4-FFF2-40B4-BE49-F238E27FC236}">
                <a16:creationId xmlns:a16="http://schemas.microsoft.com/office/drawing/2014/main" id="{B12450C7-394E-ED51-838F-F61C0F6F5BD8}"/>
              </a:ext>
            </a:extLst>
          </p:cNvPr>
          <p:cNvSpPr>
            <a:spLocks noGrp="1"/>
          </p:cNvSpPr>
          <p:nvPr>
            <p:ph type="body" sz="quarter" idx="37"/>
          </p:nvPr>
        </p:nvSpPr>
        <p:spPr>
          <a:xfrm>
            <a:off x="10180872" y="4709263"/>
            <a:ext cx="1633538" cy="1273175"/>
          </a:xfrm>
        </p:spPr>
        <p:txBody>
          <a:bodyPr>
            <a:normAutofit/>
          </a:bodyPr>
          <a:lstStyle>
            <a:lvl1pPr marL="0" indent="0" algn="ctr">
              <a:buNone/>
              <a:defRPr sz="1200">
                <a:solidFill>
                  <a:schemeClr val="bg1"/>
                </a:solidFill>
              </a:defRPr>
            </a:lvl1pPr>
          </a:lstStyle>
          <a:p>
            <a:pPr lvl="0"/>
            <a:endParaRPr lang="fr-FR" dirty="0"/>
          </a:p>
        </p:txBody>
      </p:sp>
      <p:sp>
        <p:nvSpPr>
          <p:cNvPr id="23" name="Espace réservé pour une image  15">
            <a:extLst>
              <a:ext uri="{FF2B5EF4-FFF2-40B4-BE49-F238E27FC236}">
                <a16:creationId xmlns:a16="http://schemas.microsoft.com/office/drawing/2014/main" id="{0AE76282-D94D-36F0-3E17-F374D6BD25A7}"/>
              </a:ext>
            </a:extLst>
          </p:cNvPr>
          <p:cNvSpPr>
            <a:spLocks noGrp="1"/>
          </p:cNvSpPr>
          <p:nvPr>
            <p:ph type="pic" sz="quarter" idx="38" hasCustomPrompt="1"/>
          </p:nvPr>
        </p:nvSpPr>
        <p:spPr>
          <a:xfrm>
            <a:off x="10060599" y="1988028"/>
            <a:ext cx="1874085" cy="1874085"/>
          </a:xfrm>
          <a:prstGeom prst="ellipse">
            <a:avLst/>
          </a:prstGeom>
        </p:spPr>
        <p:txBody>
          <a:bodyPr anchor="ctr"/>
          <a:lstStyle>
            <a:lvl1pPr marL="0" indent="0" algn="ctr">
              <a:buNone/>
              <a:defRPr>
                <a:solidFill>
                  <a:schemeClr val="bg1"/>
                </a:solidFill>
              </a:defRPr>
            </a:lvl1pPr>
          </a:lstStyle>
          <a:p>
            <a:r>
              <a:rPr lang="fr-FR" dirty="0"/>
              <a:t>Insérer une image</a:t>
            </a:r>
          </a:p>
        </p:txBody>
      </p:sp>
      <p:sp>
        <p:nvSpPr>
          <p:cNvPr id="24" name="Espace réservé du texte 20">
            <a:extLst>
              <a:ext uri="{FF2B5EF4-FFF2-40B4-BE49-F238E27FC236}">
                <a16:creationId xmlns:a16="http://schemas.microsoft.com/office/drawing/2014/main" id="{54BF51BA-1DF4-3BFE-79BD-878B7E2B2294}"/>
              </a:ext>
            </a:extLst>
          </p:cNvPr>
          <p:cNvSpPr>
            <a:spLocks noGrp="1"/>
          </p:cNvSpPr>
          <p:nvPr>
            <p:ph type="body" sz="quarter" idx="39"/>
          </p:nvPr>
        </p:nvSpPr>
        <p:spPr>
          <a:xfrm>
            <a:off x="10180872" y="4068936"/>
            <a:ext cx="1633538" cy="584226"/>
          </a:xfrm>
        </p:spPr>
        <p:txBody>
          <a:bodyPr anchor="ctr">
            <a:normAutofit/>
          </a:bodyPr>
          <a:lstStyle>
            <a:lvl1pPr marL="0" indent="0" algn="ctr">
              <a:buNone/>
              <a:defRPr sz="1200" spc="300">
                <a:solidFill>
                  <a:schemeClr val="bg1"/>
                </a:solidFill>
                <a:latin typeface="+mj-lt"/>
              </a:defRPr>
            </a:lvl1pPr>
          </a:lstStyle>
          <a:p>
            <a:pPr lvl="0"/>
            <a:endParaRPr lang="fr-FR" dirty="0"/>
          </a:p>
        </p:txBody>
      </p:sp>
    </p:spTree>
    <p:extLst>
      <p:ext uri="{BB962C8B-B14F-4D97-AF65-F5344CB8AC3E}">
        <p14:creationId xmlns:p14="http://schemas.microsoft.com/office/powerpoint/2010/main" val="2732163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Images et légend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EA50D7-9BE1-1A2A-C72B-3FE1171E3A3E}"/>
              </a:ext>
            </a:extLst>
          </p:cNvPr>
          <p:cNvSpPr>
            <a:spLocks noGrp="1" noRot="1" noMove="1" noResize="1" noEditPoints="1" noAdjustHandles="1" noChangeArrowheads="1" noChangeShapeType="1"/>
          </p:cNvSpPr>
          <p:nvPr userDrawn="1"/>
        </p:nvSpPr>
        <p:spPr>
          <a:xfrm>
            <a:off x="-463463" y="-438411"/>
            <a:ext cx="13114751" cy="7716033"/>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1" name="Title 1">
            <a:extLst>
              <a:ext uri="{FF2B5EF4-FFF2-40B4-BE49-F238E27FC236}">
                <a16:creationId xmlns:a16="http://schemas.microsoft.com/office/drawing/2014/main" id="{8F646637-B979-E55C-4201-83D439D22A66}"/>
              </a:ext>
            </a:extLst>
          </p:cNvPr>
          <p:cNvSpPr>
            <a:spLocks noGrp="1"/>
          </p:cNvSpPr>
          <p:nvPr>
            <p:ph type="title" hasCustomPrompt="1"/>
          </p:nvPr>
        </p:nvSpPr>
        <p:spPr>
          <a:xfrm>
            <a:off x="236367" y="4817987"/>
            <a:ext cx="3033196" cy="541625"/>
          </a:xfrm>
        </p:spPr>
        <p:txBody>
          <a:bodyPr>
            <a:noAutofit/>
          </a:bodyPr>
          <a:lstStyle>
            <a:lvl1pPr algn="ctr">
              <a:defRPr sz="1200" spc="300">
                <a:solidFill>
                  <a:schemeClr val="bg1"/>
                </a:solidFill>
              </a:defRPr>
            </a:lvl1pPr>
          </a:lstStyle>
          <a:p>
            <a:r>
              <a:rPr lang="fr-FR" dirty="0"/>
              <a:t>MODIFIEZ LE STYLE DU TITRE</a:t>
            </a:r>
            <a:endParaRPr lang="en-US" dirty="0"/>
          </a:p>
        </p:txBody>
      </p:sp>
      <p:sp>
        <p:nvSpPr>
          <p:cNvPr id="21" name="Espace réservé du texte 20">
            <a:extLst>
              <a:ext uri="{FF2B5EF4-FFF2-40B4-BE49-F238E27FC236}">
                <a16:creationId xmlns:a16="http://schemas.microsoft.com/office/drawing/2014/main" id="{6C7B0E99-A76F-F9CD-7F86-5925EB0DA8D6}"/>
              </a:ext>
            </a:extLst>
          </p:cNvPr>
          <p:cNvSpPr>
            <a:spLocks noGrp="1"/>
          </p:cNvSpPr>
          <p:nvPr>
            <p:ph type="body" sz="quarter" idx="14"/>
          </p:nvPr>
        </p:nvSpPr>
        <p:spPr>
          <a:xfrm>
            <a:off x="236367" y="5451793"/>
            <a:ext cx="3033196" cy="831439"/>
          </a:xfrm>
        </p:spPr>
        <p:txBody>
          <a:bodyPr>
            <a:normAutofit/>
          </a:bodyPr>
          <a:lstStyle>
            <a:lvl1pPr marL="0" indent="0" algn="ctr">
              <a:buNone/>
              <a:defRPr sz="1200">
                <a:solidFill>
                  <a:schemeClr val="bg1"/>
                </a:solidFill>
              </a:defRPr>
            </a:lvl1pPr>
          </a:lstStyle>
          <a:p>
            <a:pPr lvl="0"/>
            <a:endParaRPr lang="fr-FR" dirty="0"/>
          </a:p>
        </p:txBody>
      </p:sp>
      <p:sp>
        <p:nvSpPr>
          <p:cNvPr id="3" name="Espace réservé pour une image  2">
            <a:extLst>
              <a:ext uri="{FF2B5EF4-FFF2-40B4-BE49-F238E27FC236}">
                <a16:creationId xmlns:a16="http://schemas.microsoft.com/office/drawing/2014/main" id="{B0512F04-58E3-1923-0587-5E940D1C1EFC}"/>
              </a:ext>
            </a:extLst>
          </p:cNvPr>
          <p:cNvSpPr>
            <a:spLocks noGrp="1"/>
          </p:cNvSpPr>
          <p:nvPr>
            <p:ph type="pic" sz="quarter" idx="21" hasCustomPrompt="1"/>
          </p:nvPr>
        </p:nvSpPr>
        <p:spPr>
          <a:xfrm>
            <a:off x="-463550" y="-438150"/>
            <a:ext cx="4432942" cy="4866459"/>
          </a:xfrm>
        </p:spPr>
        <p:txBody>
          <a:bodyPr anchor="ctr"/>
          <a:lstStyle>
            <a:lvl1pPr marL="0" indent="0" algn="ctr">
              <a:buNone/>
              <a:defRPr>
                <a:solidFill>
                  <a:schemeClr val="bg1"/>
                </a:solidFill>
              </a:defRPr>
            </a:lvl1pPr>
          </a:lstStyle>
          <a:p>
            <a:r>
              <a:rPr lang="fr-FR" dirty="0"/>
              <a:t>Insérez une image</a:t>
            </a:r>
          </a:p>
        </p:txBody>
      </p:sp>
      <p:sp>
        <p:nvSpPr>
          <p:cNvPr id="5" name="Espace réservé pour une image  2">
            <a:extLst>
              <a:ext uri="{FF2B5EF4-FFF2-40B4-BE49-F238E27FC236}">
                <a16:creationId xmlns:a16="http://schemas.microsoft.com/office/drawing/2014/main" id="{4AB85184-CF70-0B53-9412-0F3E7C49BBD2}"/>
              </a:ext>
            </a:extLst>
          </p:cNvPr>
          <p:cNvSpPr>
            <a:spLocks noGrp="1"/>
          </p:cNvSpPr>
          <p:nvPr>
            <p:ph type="pic" sz="quarter" idx="22" hasCustomPrompt="1"/>
          </p:nvPr>
        </p:nvSpPr>
        <p:spPr>
          <a:xfrm>
            <a:off x="3984169" y="2377927"/>
            <a:ext cx="4432942" cy="4866459"/>
          </a:xfrm>
        </p:spPr>
        <p:txBody>
          <a:bodyPr anchor="ctr"/>
          <a:lstStyle>
            <a:lvl1pPr marL="0" indent="0" algn="ctr">
              <a:buNone/>
              <a:defRPr>
                <a:solidFill>
                  <a:schemeClr val="bg1"/>
                </a:solidFill>
              </a:defRPr>
            </a:lvl1pPr>
          </a:lstStyle>
          <a:p>
            <a:r>
              <a:rPr lang="fr-FR" dirty="0"/>
              <a:t>Insérez une image </a:t>
            </a:r>
          </a:p>
        </p:txBody>
      </p:sp>
      <p:sp>
        <p:nvSpPr>
          <p:cNvPr id="6" name="Espace réservé pour une image  2">
            <a:extLst>
              <a:ext uri="{FF2B5EF4-FFF2-40B4-BE49-F238E27FC236}">
                <a16:creationId xmlns:a16="http://schemas.microsoft.com/office/drawing/2014/main" id="{0B21CAF2-CBDD-6B3F-730E-05E76CB74BB7}"/>
              </a:ext>
            </a:extLst>
          </p:cNvPr>
          <p:cNvSpPr>
            <a:spLocks noGrp="1"/>
          </p:cNvSpPr>
          <p:nvPr>
            <p:ph type="pic" sz="quarter" idx="23" hasCustomPrompt="1"/>
          </p:nvPr>
        </p:nvSpPr>
        <p:spPr>
          <a:xfrm>
            <a:off x="8429376" y="-424998"/>
            <a:ext cx="4218645" cy="4866459"/>
          </a:xfrm>
        </p:spPr>
        <p:txBody>
          <a:bodyPr anchor="ctr"/>
          <a:lstStyle>
            <a:lvl1pPr marL="0" indent="0" algn="ctr">
              <a:buNone/>
              <a:defRPr>
                <a:solidFill>
                  <a:schemeClr val="bg1"/>
                </a:solidFill>
              </a:defRPr>
            </a:lvl1pPr>
          </a:lstStyle>
          <a:p>
            <a:r>
              <a:rPr lang="fr-FR" dirty="0"/>
              <a:t>Insérez une image</a:t>
            </a:r>
          </a:p>
        </p:txBody>
      </p:sp>
      <p:sp>
        <p:nvSpPr>
          <p:cNvPr id="13" name="Espace réservé du texte 20">
            <a:extLst>
              <a:ext uri="{FF2B5EF4-FFF2-40B4-BE49-F238E27FC236}">
                <a16:creationId xmlns:a16="http://schemas.microsoft.com/office/drawing/2014/main" id="{09240D56-5008-AF0F-56DC-BBDFA8765829}"/>
              </a:ext>
            </a:extLst>
          </p:cNvPr>
          <p:cNvSpPr>
            <a:spLocks noGrp="1"/>
          </p:cNvSpPr>
          <p:nvPr>
            <p:ph type="body" sz="quarter" idx="24"/>
          </p:nvPr>
        </p:nvSpPr>
        <p:spPr>
          <a:xfrm>
            <a:off x="4673456" y="1204166"/>
            <a:ext cx="3033196" cy="916590"/>
          </a:xfrm>
        </p:spPr>
        <p:txBody>
          <a:bodyPr>
            <a:normAutofit/>
          </a:bodyPr>
          <a:lstStyle>
            <a:lvl1pPr marL="0" indent="0" algn="ctr">
              <a:buNone/>
              <a:defRPr sz="1200">
                <a:solidFill>
                  <a:schemeClr val="bg1"/>
                </a:solidFill>
              </a:defRPr>
            </a:lvl1pPr>
          </a:lstStyle>
          <a:p>
            <a:pPr lvl="0"/>
            <a:endParaRPr lang="fr-FR" dirty="0"/>
          </a:p>
        </p:txBody>
      </p:sp>
      <p:sp>
        <p:nvSpPr>
          <p:cNvPr id="15" name="Espace réservé du texte 20">
            <a:extLst>
              <a:ext uri="{FF2B5EF4-FFF2-40B4-BE49-F238E27FC236}">
                <a16:creationId xmlns:a16="http://schemas.microsoft.com/office/drawing/2014/main" id="{46A669DC-8066-F34E-9886-4B2765283DD5}"/>
              </a:ext>
            </a:extLst>
          </p:cNvPr>
          <p:cNvSpPr>
            <a:spLocks noGrp="1"/>
          </p:cNvSpPr>
          <p:nvPr>
            <p:ph type="body" sz="quarter" idx="25"/>
          </p:nvPr>
        </p:nvSpPr>
        <p:spPr>
          <a:xfrm>
            <a:off x="9014404" y="5451793"/>
            <a:ext cx="3033196" cy="831439"/>
          </a:xfrm>
        </p:spPr>
        <p:txBody>
          <a:bodyPr>
            <a:normAutofit/>
          </a:bodyPr>
          <a:lstStyle>
            <a:lvl1pPr marL="0" indent="0" algn="ctr">
              <a:buNone/>
              <a:defRPr sz="1200">
                <a:solidFill>
                  <a:schemeClr val="bg1"/>
                </a:solidFill>
              </a:defRPr>
            </a:lvl1pPr>
          </a:lstStyle>
          <a:p>
            <a:pPr lvl="0"/>
            <a:endParaRPr lang="fr-FR" dirty="0"/>
          </a:p>
        </p:txBody>
      </p:sp>
      <p:sp>
        <p:nvSpPr>
          <p:cNvPr id="17" name="Slide Number Placeholder 5">
            <a:extLst>
              <a:ext uri="{FF2B5EF4-FFF2-40B4-BE49-F238E27FC236}">
                <a16:creationId xmlns:a16="http://schemas.microsoft.com/office/drawing/2014/main" id="{45DCCA30-586F-D885-2EF7-D7F0CF287767}"/>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sp>
        <p:nvSpPr>
          <p:cNvPr id="22" name="Espace réservé du texte 20">
            <a:extLst>
              <a:ext uri="{FF2B5EF4-FFF2-40B4-BE49-F238E27FC236}">
                <a16:creationId xmlns:a16="http://schemas.microsoft.com/office/drawing/2014/main" id="{A80746F4-06CB-5677-9EF7-D0BAAA988B0A}"/>
              </a:ext>
            </a:extLst>
          </p:cNvPr>
          <p:cNvSpPr>
            <a:spLocks noGrp="1"/>
          </p:cNvSpPr>
          <p:nvPr>
            <p:ph type="body" sz="quarter" idx="26"/>
          </p:nvPr>
        </p:nvSpPr>
        <p:spPr>
          <a:xfrm>
            <a:off x="4673455" y="616225"/>
            <a:ext cx="3033195" cy="499111"/>
          </a:xfrm>
        </p:spPr>
        <p:txBody>
          <a:bodyPr>
            <a:normAutofit/>
          </a:bodyPr>
          <a:lstStyle>
            <a:lvl1pPr marL="0" indent="0" algn="ctr">
              <a:buNone/>
              <a:defRPr sz="1200" spc="300">
                <a:solidFill>
                  <a:schemeClr val="bg1"/>
                </a:solidFill>
                <a:latin typeface="+mj-lt"/>
              </a:defRPr>
            </a:lvl1pPr>
          </a:lstStyle>
          <a:p>
            <a:pPr lvl="0"/>
            <a:endParaRPr lang="fr-FR" dirty="0"/>
          </a:p>
        </p:txBody>
      </p:sp>
      <p:sp>
        <p:nvSpPr>
          <p:cNvPr id="23" name="Espace réservé du texte 20">
            <a:extLst>
              <a:ext uri="{FF2B5EF4-FFF2-40B4-BE49-F238E27FC236}">
                <a16:creationId xmlns:a16="http://schemas.microsoft.com/office/drawing/2014/main" id="{EE936D0F-8706-0AE5-5E45-2200186504C1}"/>
              </a:ext>
            </a:extLst>
          </p:cNvPr>
          <p:cNvSpPr>
            <a:spLocks noGrp="1"/>
          </p:cNvSpPr>
          <p:nvPr>
            <p:ph type="body" sz="quarter" idx="27"/>
          </p:nvPr>
        </p:nvSpPr>
        <p:spPr>
          <a:xfrm>
            <a:off x="9014404" y="4850912"/>
            <a:ext cx="3033195" cy="499111"/>
          </a:xfrm>
        </p:spPr>
        <p:txBody>
          <a:bodyPr>
            <a:normAutofit/>
          </a:bodyPr>
          <a:lstStyle>
            <a:lvl1pPr marL="0" indent="0" algn="ctr">
              <a:buNone/>
              <a:defRPr sz="1200" spc="300">
                <a:solidFill>
                  <a:schemeClr val="bg1"/>
                </a:solidFill>
                <a:latin typeface="+mj-lt"/>
              </a:defRPr>
            </a:lvl1pPr>
          </a:lstStyle>
          <a:p>
            <a:pPr lvl="0"/>
            <a:endParaRPr lang="fr-FR" dirty="0"/>
          </a:p>
        </p:txBody>
      </p:sp>
    </p:spTree>
    <p:extLst>
      <p:ext uri="{BB962C8B-B14F-4D97-AF65-F5344CB8AC3E}">
        <p14:creationId xmlns:p14="http://schemas.microsoft.com/office/powerpoint/2010/main" val="3940576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Liste">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2447E046-3AB8-F20C-73D5-50DA362D4E4C}"/>
              </a:ext>
            </a:extLst>
          </p:cNvPr>
          <p:cNvSpPr>
            <a:spLocks noGrp="1"/>
          </p:cNvSpPr>
          <p:nvPr>
            <p:ph type="title" hasCustomPrompt="1"/>
          </p:nvPr>
        </p:nvSpPr>
        <p:spPr>
          <a:xfrm>
            <a:off x="6519343" y="1597619"/>
            <a:ext cx="4736065" cy="972432"/>
          </a:xfrm>
        </p:spPr>
        <p:txBody>
          <a:bodyPr anchor="t">
            <a:normAutofit/>
          </a:bodyPr>
          <a:lstStyle>
            <a:lvl1pPr>
              <a:defRPr sz="3600"/>
            </a:lvl1pPr>
          </a:lstStyle>
          <a:p>
            <a:r>
              <a:rPr lang="fr-FR" dirty="0"/>
              <a:t>MODIFIEZ LE STYLE DU TITRE</a:t>
            </a:r>
          </a:p>
        </p:txBody>
      </p:sp>
      <p:cxnSp>
        <p:nvCxnSpPr>
          <p:cNvPr id="8" name="Connecteur droit 7">
            <a:extLst>
              <a:ext uri="{FF2B5EF4-FFF2-40B4-BE49-F238E27FC236}">
                <a16:creationId xmlns:a16="http://schemas.microsoft.com/office/drawing/2014/main" id="{52621F36-152F-CA70-91A6-37ADEA67FED5}"/>
              </a:ext>
            </a:extLst>
          </p:cNvPr>
          <p:cNvCxnSpPr/>
          <p:nvPr userDrawn="1"/>
        </p:nvCxnSpPr>
        <p:spPr>
          <a:xfrm>
            <a:off x="6649802" y="2720872"/>
            <a:ext cx="108408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9" name="Espace réservé du texte 13">
            <a:extLst>
              <a:ext uri="{FF2B5EF4-FFF2-40B4-BE49-F238E27FC236}">
                <a16:creationId xmlns:a16="http://schemas.microsoft.com/office/drawing/2014/main" id="{CD29A528-CE35-183F-B3C8-F303A8BEF343}"/>
              </a:ext>
            </a:extLst>
          </p:cNvPr>
          <p:cNvSpPr>
            <a:spLocks noGrp="1"/>
          </p:cNvSpPr>
          <p:nvPr>
            <p:ph type="body" sz="quarter" idx="14"/>
          </p:nvPr>
        </p:nvSpPr>
        <p:spPr>
          <a:xfrm>
            <a:off x="7819292" y="3079881"/>
            <a:ext cx="3435462" cy="612888"/>
          </a:xfrm>
        </p:spPr>
        <p:txBody>
          <a:bodyPr anchor="ctr">
            <a:normAutofit/>
          </a:bodyPr>
          <a:lstStyle>
            <a:lvl1pPr marL="0" indent="0" algn="just">
              <a:lnSpc>
                <a:spcPts val="2000"/>
              </a:lnSpc>
              <a:buNone/>
              <a:defRPr sz="1400"/>
            </a:lvl1pPr>
          </a:lstStyle>
          <a:p>
            <a:pPr lvl="0"/>
            <a:endParaRPr lang="fr-FR" dirty="0"/>
          </a:p>
        </p:txBody>
      </p:sp>
      <p:sp>
        <p:nvSpPr>
          <p:cNvPr id="11" name="Rectangle 10">
            <a:extLst>
              <a:ext uri="{FF2B5EF4-FFF2-40B4-BE49-F238E27FC236}">
                <a16:creationId xmlns:a16="http://schemas.microsoft.com/office/drawing/2014/main" id="{23A88691-C349-EF68-AD21-E52A994122DD}"/>
              </a:ext>
            </a:extLst>
          </p:cNvPr>
          <p:cNvSpPr>
            <a:spLocks noGrp="1" noRot="1" noMove="1" noResize="1" noEditPoints="1" noAdjustHandles="1" noChangeArrowheads="1" noChangeShapeType="1"/>
          </p:cNvSpPr>
          <p:nvPr userDrawn="1"/>
        </p:nvSpPr>
        <p:spPr>
          <a:xfrm>
            <a:off x="0" y="0"/>
            <a:ext cx="6006317"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3" name="Espace réservé pour une image  12">
            <a:extLst>
              <a:ext uri="{FF2B5EF4-FFF2-40B4-BE49-F238E27FC236}">
                <a16:creationId xmlns:a16="http://schemas.microsoft.com/office/drawing/2014/main" id="{1A0F300D-6EF8-7275-C4FB-4C2FCE97A7E5}"/>
              </a:ext>
            </a:extLst>
          </p:cNvPr>
          <p:cNvSpPr>
            <a:spLocks noGrp="1"/>
          </p:cNvSpPr>
          <p:nvPr>
            <p:ph type="pic" sz="quarter" idx="15"/>
          </p:nvPr>
        </p:nvSpPr>
        <p:spPr>
          <a:xfrm>
            <a:off x="611000" y="956350"/>
            <a:ext cx="4784316" cy="4784316"/>
          </a:xfrm>
        </p:spPr>
        <p:txBody>
          <a:bodyPr/>
          <a:lstStyle/>
          <a:p>
            <a:endParaRPr lang="fr-FR"/>
          </a:p>
        </p:txBody>
      </p:sp>
      <p:sp>
        <p:nvSpPr>
          <p:cNvPr id="14" name="Espace réservé du texte 13">
            <a:extLst>
              <a:ext uri="{FF2B5EF4-FFF2-40B4-BE49-F238E27FC236}">
                <a16:creationId xmlns:a16="http://schemas.microsoft.com/office/drawing/2014/main" id="{FE117C46-052D-CDF5-4B83-DDAF80A95E7C}"/>
              </a:ext>
            </a:extLst>
          </p:cNvPr>
          <p:cNvSpPr>
            <a:spLocks noGrp="1"/>
          </p:cNvSpPr>
          <p:nvPr>
            <p:ph type="body" sz="quarter" idx="16" hasCustomPrompt="1"/>
          </p:nvPr>
        </p:nvSpPr>
        <p:spPr>
          <a:xfrm>
            <a:off x="611000" y="5929789"/>
            <a:ext cx="2008632" cy="369544"/>
          </a:xfrm>
        </p:spPr>
        <p:txBody>
          <a:bodyPr>
            <a:normAutofit/>
          </a:bodyPr>
          <a:lstStyle>
            <a:lvl1pPr marL="0" indent="0" algn="just">
              <a:lnSpc>
                <a:spcPts val="2000"/>
              </a:lnSpc>
              <a:buNone/>
              <a:defRPr sz="1200" b="1" spc="300">
                <a:solidFill>
                  <a:schemeClr val="bg1"/>
                </a:solidFill>
              </a:defRPr>
            </a:lvl1pPr>
          </a:lstStyle>
          <a:p>
            <a:pPr lvl="0"/>
            <a:r>
              <a:rPr lang="fr-FR" dirty="0"/>
              <a:t>LOREM IPSUM</a:t>
            </a:r>
          </a:p>
        </p:txBody>
      </p:sp>
      <p:cxnSp>
        <p:nvCxnSpPr>
          <p:cNvPr id="16" name="Connecteur droit 15">
            <a:extLst>
              <a:ext uri="{FF2B5EF4-FFF2-40B4-BE49-F238E27FC236}">
                <a16:creationId xmlns:a16="http://schemas.microsoft.com/office/drawing/2014/main" id="{90F2C0D2-3711-0314-13C2-D34CDF64551D}"/>
              </a:ext>
            </a:extLst>
          </p:cNvPr>
          <p:cNvCxnSpPr>
            <a:cxnSpLocks/>
          </p:cNvCxnSpPr>
          <p:nvPr userDrawn="1"/>
        </p:nvCxnSpPr>
        <p:spPr>
          <a:xfrm>
            <a:off x="2347784" y="6116595"/>
            <a:ext cx="3748216"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8" name="Espace réservé du texte 13">
            <a:extLst>
              <a:ext uri="{FF2B5EF4-FFF2-40B4-BE49-F238E27FC236}">
                <a16:creationId xmlns:a16="http://schemas.microsoft.com/office/drawing/2014/main" id="{2389E6E5-B42B-BCDA-16F3-AE1589F41516}"/>
              </a:ext>
            </a:extLst>
          </p:cNvPr>
          <p:cNvSpPr>
            <a:spLocks noGrp="1"/>
          </p:cNvSpPr>
          <p:nvPr>
            <p:ph type="body" sz="quarter" idx="17" hasCustomPrompt="1"/>
          </p:nvPr>
        </p:nvSpPr>
        <p:spPr>
          <a:xfrm>
            <a:off x="6780920" y="3291256"/>
            <a:ext cx="527538" cy="270153"/>
          </a:xfrm>
        </p:spPr>
        <p:txBody>
          <a:bodyPr>
            <a:normAutofit/>
          </a:bodyPr>
          <a:lstStyle>
            <a:lvl1pPr marL="0" indent="0" algn="ctr">
              <a:lnSpc>
                <a:spcPts val="2000"/>
              </a:lnSpc>
              <a:buNone/>
              <a:defRPr sz="3200" b="1">
                <a:latin typeface="Poppins Black" panose="00000A00000000000000" pitchFamily="2" charset="0"/>
                <a:cs typeface="Poppins Black" panose="00000A00000000000000" pitchFamily="2" charset="0"/>
              </a:defRPr>
            </a:lvl1pPr>
          </a:lstStyle>
          <a:p>
            <a:pPr lvl="0"/>
            <a:r>
              <a:rPr lang="fr-FR" dirty="0"/>
              <a:t>1</a:t>
            </a:r>
          </a:p>
        </p:txBody>
      </p:sp>
      <p:sp>
        <p:nvSpPr>
          <p:cNvPr id="19" name="Ellipse 18">
            <a:extLst>
              <a:ext uri="{FF2B5EF4-FFF2-40B4-BE49-F238E27FC236}">
                <a16:creationId xmlns:a16="http://schemas.microsoft.com/office/drawing/2014/main" id="{FD25FD34-4D31-3CF8-532D-C557771B399C}"/>
              </a:ext>
            </a:extLst>
          </p:cNvPr>
          <p:cNvSpPr/>
          <p:nvPr userDrawn="1"/>
        </p:nvSpPr>
        <p:spPr>
          <a:xfrm>
            <a:off x="6698858" y="3044712"/>
            <a:ext cx="691662" cy="691662"/>
          </a:xfrm>
          <a:prstGeom prst="ellipse">
            <a:avLst/>
          </a:prstGeom>
          <a:noFill/>
          <a:ln>
            <a:gradFill flip="none" rotWithShape="1">
              <a:gsLst>
                <a:gs pos="0">
                  <a:schemeClr val="accent1">
                    <a:lumMod val="5000"/>
                    <a:lumOff val="95000"/>
                  </a:schemeClr>
                </a:gs>
                <a:gs pos="100000">
                  <a:schemeClr val="tx1"/>
                </a:gs>
              </a:gsLst>
              <a:path path="circle">
                <a:fillToRect l="100000" t="100000"/>
              </a:path>
              <a:tileRect r="-100000" b="-100000"/>
            </a:gra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20" name="Espace réservé du texte 13">
            <a:extLst>
              <a:ext uri="{FF2B5EF4-FFF2-40B4-BE49-F238E27FC236}">
                <a16:creationId xmlns:a16="http://schemas.microsoft.com/office/drawing/2014/main" id="{39D8036D-7C14-84B3-AD3C-A32D5FB3124B}"/>
              </a:ext>
            </a:extLst>
          </p:cNvPr>
          <p:cNvSpPr>
            <a:spLocks noGrp="1"/>
          </p:cNvSpPr>
          <p:nvPr>
            <p:ph type="body" sz="quarter" idx="18"/>
          </p:nvPr>
        </p:nvSpPr>
        <p:spPr>
          <a:xfrm>
            <a:off x="7819292" y="4048584"/>
            <a:ext cx="3435462" cy="612888"/>
          </a:xfrm>
        </p:spPr>
        <p:txBody>
          <a:bodyPr anchor="ctr">
            <a:normAutofit/>
          </a:bodyPr>
          <a:lstStyle>
            <a:lvl1pPr marL="0" indent="0" algn="just">
              <a:lnSpc>
                <a:spcPts val="2000"/>
              </a:lnSpc>
              <a:buNone/>
              <a:defRPr sz="1400"/>
            </a:lvl1pPr>
          </a:lstStyle>
          <a:p>
            <a:pPr lvl="0"/>
            <a:endParaRPr lang="fr-FR" dirty="0"/>
          </a:p>
        </p:txBody>
      </p:sp>
      <p:sp>
        <p:nvSpPr>
          <p:cNvPr id="21" name="Espace réservé du texte 13">
            <a:extLst>
              <a:ext uri="{FF2B5EF4-FFF2-40B4-BE49-F238E27FC236}">
                <a16:creationId xmlns:a16="http://schemas.microsoft.com/office/drawing/2014/main" id="{1834E0CB-6A38-0F60-3136-722AF7070D82}"/>
              </a:ext>
            </a:extLst>
          </p:cNvPr>
          <p:cNvSpPr>
            <a:spLocks noGrp="1"/>
          </p:cNvSpPr>
          <p:nvPr>
            <p:ph type="body" sz="quarter" idx="19" hasCustomPrompt="1"/>
          </p:nvPr>
        </p:nvSpPr>
        <p:spPr>
          <a:xfrm>
            <a:off x="6780920" y="4259959"/>
            <a:ext cx="527538" cy="270153"/>
          </a:xfrm>
        </p:spPr>
        <p:txBody>
          <a:bodyPr>
            <a:normAutofit/>
          </a:bodyPr>
          <a:lstStyle>
            <a:lvl1pPr marL="0" indent="0" algn="ctr">
              <a:lnSpc>
                <a:spcPts val="2000"/>
              </a:lnSpc>
              <a:buNone/>
              <a:defRPr sz="3200" b="1">
                <a:latin typeface="Poppins Black" panose="00000A00000000000000" pitchFamily="2" charset="0"/>
                <a:cs typeface="Poppins Black" panose="00000A00000000000000" pitchFamily="2" charset="0"/>
              </a:defRPr>
            </a:lvl1pPr>
          </a:lstStyle>
          <a:p>
            <a:pPr lvl="0"/>
            <a:r>
              <a:rPr lang="fr-FR" dirty="0"/>
              <a:t>2</a:t>
            </a:r>
          </a:p>
        </p:txBody>
      </p:sp>
      <p:sp>
        <p:nvSpPr>
          <p:cNvPr id="22" name="Ellipse 21">
            <a:extLst>
              <a:ext uri="{FF2B5EF4-FFF2-40B4-BE49-F238E27FC236}">
                <a16:creationId xmlns:a16="http://schemas.microsoft.com/office/drawing/2014/main" id="{4D110004-42F2-09E7-AC68-9EDAFD50CF41}"/>
              </a:ext>
            </a:extLst>
          </p:cNvPr>
          <p:cNvSpPr/>
          <p:nvPr userDrawn="1"/>
        </p:nvSpPr>
        <p:spPr>
          <a:xfrm>
            <a:off x="6698858" y="4013415"/>
            <a:ext cx="691662" cy="691662"/>
          </a:xfrm>
          <a:prstGeom prst="ellipse">
            <a:avLst/>
          </a:prstGeom>
          <a:noFill/>
          <a:ln>
            <a:gradFill flip="none" rotWithShape="1">
              <a:gsLst>
                <a:gs pos="0">
                  <a:schemeClr val="accent1">
                    <a:lumMod val="5000"/>
                    <a:lumOff val="95000"/>
                  </a:schemeClr>
                </a:gs>
                <a:gs pos="100000">
                  <a:schemeClr val="tx1"/>
                </a:gs>
              </a:gsLst>
              <a:path path="circle">
                <a:fillToRect l="100000" t="100000"/>
              </a:path>
              <a:tileRect r="-100000" b="-100000"/>
            </a:gra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23" name="Espace réservé du texte 13">
            <a:extLst>
              <a:ext uri="{FF2B5EF4-FFF2-40B4-BE49-F238E27FC236}">
                <a16:creationId xmlns:a16="http://schemas.microsoft.com/office/drawing/2014/main" id="{D9F1D7F7-63AF-654F-A9BC-A645F2646422}"/>
              </a:ext>
            </a:extLst>
          </p:cNvPr>
          <p:cNvSpPr>
            <a:spLocks noGrp="1"/>
          </p:cNvSpPr>
          <p:nvPr>
            <p:ph type="body" sz="quarter" idx="20"/>
          </p:nvPr>
        </p:nvSpPr>
        <p:spPr>
          <a:xfrm>
            <a:off x="7819292" y="5025723"/>
            <a:ext cx="3435462" cy="612888"/>
          </a:xfrm>
        </p:spPr>
        <p:txBody>
          <a:bodyPr anchor="ctr">
            <a:normAutofit/>
          </a:bodyPr>
          <a:lstStyle>
            <a:lvl1pPr marL="0" indent="0" algn="just">
              <a:lnSpc>
                <a:spcPts val="2000"/>
              </a:lnSpc>
              <a:buNone/>
              <a:defRPr sz="1400"/>
            </a:lvl1pPr>
          </a:lstStyle>
          <a:p>
            <a:pPr lvl="0"/>
            <a:endParaRPr lang="fr-FR" dirty="0"/>
          </a:p>
        </p:txBody>
      </p:sp>
      <p:sp>
        <p:nvSpPr>
          <p:cNvPr id="24" name="Espace réservé du texte 13">
            <a:extLst>
              <a:ext uri="{FF2B5EF4-FFF2-40B4-BE49-F238E27FC236}">
                <a16:creationId xmlns:a16="http://schemas.microsoft.com/office/drawing/2014/main" id="{77D6F49E-E8EB-10E6-AB26-DBE4E0FB809E}"/>
              </a:ext>
            </a:extLst>
          </p:cNvPr>
          <p:cNvSpPr>
            <a:spLocks noGrp="1"/>
          </p:cNvSpPr>
          <p:nvPr>
            <p:ph type="body" sz="quarter" idx="21" hasCustomPrompt="1"/>
          </p:nvPr>
        </p:nvSpPr>
        <p:spPr>
          <a:xfrm>
            <a:off x="6780920" y="5237098"/>
            <a:ext cx="527538" cy="270153"/>
          </a:xfrm>
        </p:spPr>
        <p:txBody>
          <a:bodyPr>
            <a:normAutofit/>
          </a:bodyPr>
          <a:lstStyle>
            <a:lvl1pPr marL="0" indent="0" algn="ctr">
              <a:lnSpc>
                <a:spcPts val="2000"/>
              </a:lnSpc>
              <a:buNone/>
              <a:defRPr sz="3200" b="1">
                <a:latin typeface="Poppins Black" panose="00000A00000000000000" pitchFamily="2" charset="0"/>
                <a:cs typeface="Poppins Black" panose="00000A00000000000000" pitchFamily="2" charset="0"/>
              </a:defRPr>
            </a:lvl1pPr>
          </a:lstStyle>
          <a:p>
            <a:pPr lvl="0"/>
            <a:r>
              <a:rPr lang="fr-FR" dirty="0"/>
              <a:t>3</a:t>
            </a:r>
          </a:p>
        </p:txBody>
      </p:sp>
      <p:sp>
        <p:nvSpPr>
          <p:cNvPr id="25" name="Ellipse 24">
            <a:extLst>
              <a:ext uri="{FF2B5EF4-FFF2-40B4-BE49-F238E27FC236}">
                <a16:creationId xmlns:a16="http://schemas.microsoft.com/office/drawing/2014/main" id="{14D35C96-83DD-D30C-8C89-541515CA6E90}"/>
              </a:ext>
            </a:extLst>
          </p:cNvPr>
          <p:cNvSpPr/>
          <p:nvPr userDrawn="1"/>
        </p:nvSpPr>
        <p:spPr>
          <a:xfrm>
            <a:off x="6698858" y="4990554"/>
            <a:ext cx="691662" cy="691662"/>
          </a:xfrm>
          <a:prstGeom prst="ellipse">
            <a:avLst/>
          </a:prstGeom>
          <a:noFill/>
          <a:ln>
            <a:gradFill flip="none" rotWithShape="1">
              <a:gsLst>
                <a:gs pos="0">
                  <a:schemeClr val="accent1">
                    <a:lumMod val="5000"/>
                    <a:lumOff val="95000"/>
                  </a:schemeClr>
                </a:gs>
                <a:gs pos="100000">
                  <a:schemeClr val="tx1"/>
                </a:gs>
              </a:gsLst>
              <a:path path="circle">
                <a:fillToRect l="100000" t="100000"/>
              </a:path>
              <a:tileRect r="-100000" b="-100000"/>
            </a:gra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29" name="Espace réservé pour une image  28">
            <a:extLst>
              <a:ext uri="{FF2B5EF4-FFF2-40B4-BE49-F238E27FC236}">
                <a16:creationId xmlns:a16="http://schemas.microsoft.com/office/drawing/2014/main" id="{DFA16589-33E5-FD06-CD11-4256E2043097}"/>
              </a:ext>
            </a:extLst>
          </p:cNvPr>
          <p:cNvSpPr>
            <a:spLocks noGrp="1"/>
          </p:cNvSpPr>
          <p:nvPr>
            <p:ph type="pic" sz="quarter" idx="22" hasCustomPrompt="1"/>
          </p:nvPr>
        </p:nvSpPr>
        <p:spPr>
          <a:xfrm>
            <a:off x="10867171" y="389050"/>
            <a:ext cx="960437" cy="1208569"/>
          </a:xfrm>
        </p:spPr>
        <p:txBody>
          <a:bodyPr anchor="ctr">
            <a:normAutofit/>
          </a:bodyPr>
          <a:lstStyle>
            <a:lvl1pPr marL="0" indent="0" algn="ctr">
              <a:buNone/>
              <a:defRPr sz="1600"/>
            </a:lvl1pPr>
          </a:lstStyle>
          <a:p>
            <a:r>
              <a:rPr lang="fr-FR" dirty="0"/>
              <a:t>Insérer logo</a:t>
            </a:r>
          </a:p>
        </p:txBody>
      </p:sp>
      <p:sp>
        <p:nvSpPr>
          <p:cNvPr id="30" name="Slide Number Placeholder 5">
            <a:extLst>
              <a:ext uri="{FF2B5EF4-FFF2-40B4-BE49-F238E27FC236}">
                <a16:creationId xmlns:a16="http://schemas.microsoft.com/office/drawing/2014/main" id="{252BB053-3A12-CCDB-2E1D-71F12A5A030C}"/>
              </a:ext>
            </a:extLst>
          </p:cNvPr>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tx1"/>
                </a:solidFill>
              </a:defRPr>
            </a:lvl1pPr>
          </a:lstStyle>
          <a:p>
            <a:fld id="{2B9AAFD1-8584-4E1D-967B-FECB25C5F5AF}" type="slidenum">
              <a:rPr lang="fr-FR" smtClean="0"/>
              <a:pPr/>
              <a:t>‹N°›</a:t>
            </a:fld>
            <a:endParaRPr lang="fr-FR" dirty="0"/>
          </a:p>
        </p:txBody>
      </p:sp>
    </p:spTree>
    <p:extLst>
      <p:ext uri="{BB962C8B-B14F-4D97-AF65-F5344CB8AC3E}">
        <p14:creationId xmlns:p14="http://schemas.microsoft.com/office/powerpoint/2010/main" val="3647302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Chiffre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3411B71-EE3D-34EA-365D-B835504EB5AB}"/>
              </a:ext>
            </a:extLst>
          </p:cNvPr>
          <p:cNvSpPr/>
          <p:nvPr userDrawn="1"/>
        </p:nvSpPr>
        <p:spPr>
          <a:xfrm>
            <a:off x="10157254" y="0"/>
            <a:ext cx="2034746"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6" name="Image 25">
            <a:extLst>
              <a:ext uri="{FF2B5EF4-FFF2-40B4-BE49-F238E27FC236}">
                <a16:creationId xmlns:a16="http://schemas.microsoft.com/office/drawing/2014/main" id="{46424029-15B5-E38E-8878-070F6BF5D5C4}"/>
              </a:ext>
            </a:extLst>
          </p:cNvPr>
          <p:cNvPicPr>
            <a:picLocks noGrp="1" noRot="1" noChangeAspect="1" noMove="1" noResize="1" noEditPoints="1" noAdjustHandles="1" noChangeArrowheads="1" noChangeShapeType="1" noCrop="1"/>
          </p:cNvPicPr>
          <p:nvPr userDrawn="1"/>
        </p:nvPicPr>
        <p:blipFill>
          <a:blip r:embed="rId2" cstate="screen">
            <a:alphaModFix amt="29000"/>
            <a:extLst>
              <a:ext uri="{28A0092B-C50C-407E-A947-70E740481C1C}">
                <a14:useLocalDpi xmlns:a14="http://schemas.microsoft.com/office/drawing/2010/main"/>
              </a:ext>
            </a:extLst>
          </a:blip>
          <a:stretch>
            <a:fillRect/>
          </a:stretch>
        </p:blipFill>
        <p:spPr>
          <a:xfrm>
            <a:off x="7516495" y="-332221"/>
            <a:ext cx="8161769" cy="8161769"/>
          </a:xfrm>
          <a:prstGeom prst="rect">
            <a:avLst/>
          </a:prstGeom>
        </p:spPr>
      </p:pic>
      <p:sp>
        <p:nvSpPr>
          <p:cNvPr id="10" name="Espace réservé du numéro de diapositive 9">
            <a:extLst>
              <a:ext uri="{FF2B5EF4-FFF2-40B4-BE49-F238E27FC236}">
                <a16:creationId xmlns:a16="http://schemas.microsoft.com/office/drawing/2014/main" id="{583D2D31-3501-EBC3-9CAE-F6FF937E207A}"/>
              </a:ext>
            </a:extLst>
          </p:cNvPr>
          <p:cNvSpPr>
            <a:spLocks noGrp="1"/>
          </p:cNvSpPr>
          <p:nvPr>
            <p:ph type="sldNum" sz="quarter" idx="12"/>
          </p:nvPr>
        </p:nvSpPr>
        <p:spPr/>
        <p:txBody>
          <a:bodyPr/>
          <a:lstStyle>
            <a:lvl1pPr>
              <a:defRPr>
                <a:solidFill>
                  <a:schemeClr val="bg1"/>
                </a:solidFill>
              </a:defRPr>
            </a:lvl1pPr>
          </a:lstStyle>
          <a:p>
            <a:fld id="{2B9AAFD1-8584-4E1D-967B-FECB25C5F5AF}" type="slidenum">
              <a:rPr lang="fr-FR" smtClean="0"/>
              <a:pPr/>
              <a:t>‹N°›</a:t>
            </a:fld>
            <a:endParaRPr lang="fr-FR" dirty="0"/>
          </a:p>
        </p:txBody>
      </p:sp>
      <p:sp>
        <p:nvSpPr>
          <p:cNvPr id="14" name="Espace réservé pour une image  12">
            <a:extLst>
              <a:ext uri="{FF2B5EF4-FFF2-40B4-BE49-F238E27FC236}">
                <a16:creationId xmlns:a16="http://schemas.microsoft.com/office/drawing/2014/main" id="{A0D6D398-434C-A48C-854C-C424EE052F29}"/>
              </a:ext>
            </a:extLst>
          </p:cNvPr>
          <p:cNvSpPr>
            <a:spLocks noGrp="1"/>
          </p:cNvSpPr>
          <p:nvPr>
            <p:ph type="pic" sz="quarter" idx="15" hasCustomPrompt="1"/>
          </p:nvPr>
        </p:nvSpPr>
        <p:spPr>
          <a:xfrm>
            <a:off x="6218442" y="1036842"/>
            <a:ext cx="4784316" cy="4784316"/>
          </a:xfrm>
        </p:spPr>
        <p:txBody>
          <a:bodyPr anchor="ctr"/>
          <a:lstStyle>
            <a:lvl1pPr marL="0" indent="0" algn="ctr">
              <a:buNone/>
              <a:defRPr/>
            </a:lvl1pPr>
          </a:lstStyle>
          <a:p>
            <a:r>
              <a:rPr lang="fr-FR" dirty="0"/>
              <a:t>Insérez une image</a:t>
            </a:r>
          </a:p>
        </p:txBody>
      </p:sp>
      <p:sp>
        <p:nvSpPr>
          <p:cNvPr id="15" name="Titre 1">
            <a:extLst>
              <a:ext uri="{FF2B5EF4-FFF2-40B4-BE49-F238E27FC236}">
                <a16:creationId xmlns:a16="http://schemas.microsoft.com/office/drawing/2014/main" id="{5AC0D29F-F8B7-C1B4-229F-90620933D5D9}"/>
              </a:ext>
            </a:extLst>
          </p:cNvPr>
          <p:cNvSpPr>
            <a:spLocks noGrp="1"/>
          </p:cNvSpPr>
          <p:nvPr>
            <p:ph type="title" hasCustomPrompt="1"/>
          </p:nvPr>
        </p:nvSpPr>
        <p:spPr>
          <a:xfrm>
            <a:off x="1083751" y="1036842"/>
            <a:ext cx="4736065" cy="1071001"/>
          </a:xfrm>
        </p:spPr>
        <p:txBody>
          <a:bodyPr anchor="t">
            <a:normAutofit/>
          </a:bodyPr>
          <a:lstStyle>
            <a:lvl1pPr>
              <a:defRPr sz="3600"/>
            </a:lvl1pPr>
          </a:lstStyle>
          <a:p>
            <a:r>
              <a:rPr lang="fr-FR" dirty="0"/>
              <a:t>MODIFIEZ LE STYLE DU TITRE</a:t>
            </a:r>
          </a:p>
        </p:txBody>
      </p:sp>
      <p:sp>
        <p:nvSpPr>
          <p:cNvPr id="17" name="Espace réservé du texte 13">
            <a:extLst>
              <a:ext uri="{FF2B5EF4-FFF2-40B4-BE49-F238E27FC236}">
                <a16:creationId xmlns:a16="http://schemas.microsoft.com/office/drawing/2014/main" id="{FEF2B5AC-E7EA-3E99-28C9-47C4222881F8}"/>
              </a:ext>
            </a:extLst>
          </p:cNvPr>
          <p:cNvSpPr>
            <a:spLocks noGrp="1"/>
          </p:cNvSpPr>
          <p:nvPr>
            <p:ph type="body" sz="quarter" idx="14"/>
          </p:nvPr>
        </p:nvSpPr>
        <p:spPr>
          <a:xfrm>
            <a:off x="2446636" y="3517523"/>
            <a:ext cx="3373178" cy="334677"/>
          </a:xfrm>
        </p:spPr>
        <p:txBody>
          <a:bodyPr>
            <a:normAutofit/>
          </a:bodyPr>
          <a:lstStyle>
            <a:lvl1pPr marL="0" indent="0" algn="just">
              <a:lnSpc>
                <a:spcPts val="2000"/>
              </a:lnSpc>
              <a:buNone/>
              <a:defRPr sz="1400"/>
            </a:lvl1pPr>
          </a:lstStyle>
          <a:p>
            <a:pPr lvl="0"/>
            <a:endParaRPr lang="fr-FR" dirty="0"/>
          </a:p>
        </p:txBody>
      </p:sp>
      <p:sp>
        <p:nvSpPr>
          <p:cNvPr id="19" name="Espace réservé du texte 13">
            <a:extLst>
              <a:ext uri="{FF2B5EF4-FFF2-40B4-BE49-F238E27FC236}">
                <a16:creationId xmlns:a16="http://schemas.microsoft.com/office/drawing/2014/main" id="{567D1EC4-047E-4C78-9785-D2D433F022B8}"/>
              </a:ext>
            </a:extLst>
          </p:cNvPr>
          <p:cNvSpPr>
            <a:spLocks noGrp="1"/>
          </p:cNvSpPr>
          <p:nvPr>
            <p:ph type="body" sz="quarter" idx="16"/>
          </p:nvPr>
        </p:nvSpPr>
        <p:spPr>
          <a:xfrm>
            <a:off x="2446638" y="5280933"/>
            <a:ext cx="3373178" cy="334677"/>
          </a:xfrm>
        </p:spPr>
        <p:txBody>
          <a:bodyPr>
            <a:normAutofit/>
          </a:bodyPr>
          <a:lstStyle>
            <a:lvl1pPr marL="0" indent="0" algn="just">
              <a:lnSpc>
                <a:spcPts val="2000"/>
              </a:lnSpc>
              <a:buNone/>
              <a:defRPr sz="1400"/>
            </a:lvl1pPr>
          </a:lstStyle>
          <a:p>
            <a:pPr lvl="0"/>
            <a:endParaRPr lang="fr-FR" dirty="0"/>
          </a:p>
        </p:txBody>
      </p:sp>
      <p:sp>
        <p:nvSpPr>
          <p:cNvPr id="21" name="Espace réservé du texte 13">
            <a:extLst>
              <a:ext uri="{FF2B5EF4-FFF2-40B4-BE49-F238E27FC236}">
                <a16:creationId xmlns:a16="http://schemas.microsoft.com/office/drawing/2014/main" id="{7F48FEA8-9E68-14DC-5055-3BB65CAC47E0}"/>
              </a:ext>
            </a:extLst>
          </p:cNvPr>
          <p:cNvSpPr>
            <a:spLocks noGrp="1"/>
          </p:cNvSpPr>
          <p:nvPr>
            <p:ph type="body" sz="quarter" idx="17"/>
          </p:nvPr>
        </p:nvSpPr>
        <p:spPr>
          <a:xfrm>
            <a:off x="2446636" y="4350907"/>
            <a:ext cx="3373178" cy="334677"/>
          </a:xfrm>
        </p:spPr>
        <p:txBody>
          <a:bodyPr>
            <a:normAutofit/>
          </a:bodyPr>
          <a:lstStyle>
            <a:lvl1pPr marL="0" indent="0" algn="just">
              <a:lnSpc>
                <a:spcPts val="2000"/>
              </a:lnSpc>
              <a:buNone/>
              <a:defRPr sz="1400"/>
            </a:lvl1pPr>
          </a:lstStyle>
          <a:p>
            <a:pPr lvl="0"/>
            <a:endParaRPr lang="fr-FR" dirty="0"/>
          </a:p>
        </p:txBody>
      </p:sp>
      <p:sp>
        <p:nvSpPr>
          <p:cNvPr id="25" name="Espace réservé du texte 13">
            <a:extLst>
              <a:ext uri="{FF2B5EF4-FFF2-40B4-BE49-F238E27FC236}">
                <a16:creationId xmlns:a16="http://schemas.microsoft.com/office/drawing/2014/main" id="{62292E56-5674-0F7A-E927-3C0FB29CA258}"/>
              </a:ext>
            </a:extLst>
          </p:cNvPr>
          <p:cNvSpPr>
            <a:spLocks noGrp="1"/>
          </p:cNvSpPr>
          <p:nvPr>
            <p:ph type="body" sz="quarter" idx="18"/>
          </p:nvPr>
        </p:nvSpPr>
        <p:spPr>
          <a:xfrm>
            <a:off x="1083748" y="2478005"/>
            <a:ext cx="4736065" cy="713803"/>
          </a:xfrm>
        </p:spPr>
        <p:txBody>
          <a:bodyPr>
            <a:normAutofit/>
          </a:bodyPr>
          <a:lstStyle>
            <a:lvl1pPr marL="0" indent="0" algn="just">
              <a:lnSpc>
                <a:spcPts val="2000"/>
              </a:lnSpc>
              <a:buNone/>
              <a:defRPr sz="1400"/>
            </a:lvl1pPr>
          </a:lstStyle>
          <a:p>
            <a:pPr lvl="0"/>
            <a:endParaRPr lang="fr-FR" dirty="0"/>
          </a:p>
        </p:txBody>
      </p:sp>
      <p:sp>
        <p:nvSpPr>
          <p:cNvPr id="27" name="Espace réservé du texte 13">
            <a:extLst>
              <a:ext uri="{FF2B5EF4-FFF2-40B4-BE49-F238E27FC236}">
                <a16:creationId xmlns:a16="http://schemas.microsoft.com/office/drawing/2014/main" id="{673C8BE9-9DFB-AE83-C559-A0A9861620A9}"/>
              </a:ext>
            </a:extLst>
          </p:cNvPr>
          <p:cNvSpPr>
            <a:spLocks noGrp="1"/>
          </p:cNvSpPr>
          <p:nvPr>
            <p:ph type="body" sz="quarter" idx="19" hasCustomPrompt="1"/>
          </p:nvPr>
        </p:nvSpPr>
        <p:spPr>
          <a:xfrm>
            <a:off x="1177656" y="3574175"/>
            <a:ext cx="1177918" cy="334677"/>
          </a:xfrm>
        </p:spPr>
        <p:txBody>
          <a:bodyPr>
            <a:noAutofit/>
          </a:bodyPr>
          <a:lstStyle>
            <a:lvl1pPr marL="0" indent="0" algn="just">
              <a:lnSpc>
                <a:spcPts val="2000"/>
              </a:lnSpc>
              <a:buNone/>
              <a:defRPr sz="3200">
                <a:latin typeface="+mj-lt"/>
              </a:defRPr>
            </a:lvl1pPr>
          </a:lstStyle>
          <a:p>
            <a:pPr lvl="0"/>
            <a:r>
              <a:rPr lang="fr-FR" dirty="0"/>
              <a:t>XX%</a:t>
            </a:r>
          </a:p>
        </p:txBody>
      </p:sp>
      <p:sp>
        <p:nvSpPr>
          <p:cNvPr id="28" name="Espace réservé du texte 13">
            <a:extLst>
              <a:ext uri="{FF2B5EF4-FFF2-40B4-BE49-F238E27FC236}">
                <a16:creationId xmlns:a16="http://schemas.microsoft.com/office/drawing/2014/main" id="{603B2864-1C4D-F2DC-A8D3-8E8A2181AC8B}"/>
              </a:ext>
            </a:extLst>
          </p:cNvPr>
          <p:cNvSpPr>
            <a:spLocks noGrp="1"/>
          </p:cNvSpPr>
          <p:nvPr>
            <p:ph type="body" sz="quarter" idx="20" hasCustomPrompt="1"/>
          </p:nvPr>
        </p:nvSpPr>
        <p:spPr>
          <a:xfrm>
            <a:off x="1177656" y="4370186"/>
            <a:ext cx="1177918" cy="334677"/>
          </a:xfrm>
        </p:spPr>
        <p:txBody>
          <a:bodyPr>
            <a:noAutofit/>
          </a:bodyPr>
          <a:lstStyle>
            <a:lvl1pPr marL="0" indent="0" algn="just">
              <a:lnSpc>
                <a:spcPts val="2000"/>
              </a:lnSpc>
              <a:buNone/>
              <a:defRPr sz="3200">
                <a:latin typeface="+mj-lt"/>
              </a:defRPr>
            </a:lvl1pPr>
          </a:lstStyle>
          <a:p>
            <a:pPr lvl="0"/>
            <a:r>
              <a:rPr lang="fr-FR" dirty="0"/>
              <a:t>XX%</a:t>
            </a:r>
          </a:p>
        </p:txBody>
      </p:sp>
      <p:sp>
        <p:nvSpPr>
          <p:cNvPr id="29" name="Espace réservé du texte 13">
            <a:extLst>
              <a:ext uri="{FF2B5EF4-FFF2-40B4-BE49-F238E27FC236}">
                <a16:creationId xmlns:a16="http://schemas.microsoft.com/office/drawing/2014/main" id="{E5D7BFA3-0B02-DAAB-4144-59BE58CF5107}"/>
              </a:ext>
            </a:extLst>
          </p:cNvPr>
          <p:cNvSpPr>
            <a:spLocks noGrp="1"/>
          </p:cNvSpPr>
          <p:nvPr>
            <p:ph type="body" sz="quarter" idx="21" hasCustomPrompt="1"/>
          </p:nvPr>
        </p:nvSpPr>
        <p:spPr>
          <a:xfrm>
            <a:off x="1130738" y="5332403"/>
            <a:ext cx="1177918" cy="334677"/>
          </a:xfrm>
        </p:spPr>
        <p:txBody>
          <a:bodyPr>
            <a:noAutofit/>
          </a:bodyPr>
          <a:lstStyle>
            <a:lvl1pPr marL="0" indent="0" algn="just">
              <a:lnSpc>
                <a:spcPts val="2000"/>
              </a:lnSpc>
              <a:buNone/>
              <a:defRPr sz="3200">
                <a:latin typeface="+mj-lt"/>
              </a:defRPr>
            </a:lvl1pPr>
          </a:lstStyle>
          <a:p>
            <a:pPr lvl="0"/>
            <a:r>
              <a:rPr lang="fr-FR" dirty="0"/>
              <a:t>XX%</a:t>
            </a:r>
          </a:p>
        </p:txBody>
      </p:sp>
    </p:spTree>
    <p:extLst>
      <p:ext uri="{BB962C8B-B14F-4D97-AF65-F5344CB8AC3E}">
        <p14:creationId xmlns:p14="http://schemas.microsoft.com/office/powerpoint/2010/main" val="1455398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Off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31EB70-F66F-3C6F-C309-B60F982CA3D6}"/>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838200" y="616785"/>
            <a:ext cx="5911392" cy="1154875"/>
          </a:xfrm>
        </p:spPr>
        <p:txBody>
          <a:bodyPr/>
          <a:lstStyle>
            <a:lvl1pPr>
              <a:defRPr spc="300">
                <a:solidFill>
                  <a:schemeClr val="bg1"/>
                </a:solidFill>
              </a:defRPr>
            </a:lvl1pPr>
          </a:lstStyle>
          <a:p>
            <a:r>
              <a:rPr lang="fr-FR" dirty="0"/>
              <a:t>MODIFIEZ LE STYLE DU TITRE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2B9AAFD1-8584-4E1D-967B-FECB25C5F5AF}" type="slidenum">
              <a:rPr lang="fr-FR" smtClean="0"/>
              <a:pPr/>
              <a:t>‹N°›</a:t>
            </a:fld>
            <a:endParaRPr lang="fr-FR"/>
          </a:p>
        </p:txBody>
      </p:sp>
      <p:sp>
        <p:nvSpPr>
          <p:cNvPr id="11" name="Espace réservé pour une image  10">
            <a:extLst>
              <a:ext uri="{FF2B5EF4-FFF2-40B4-BE49-F238E27FC236}">
                <a16:creationId xmlns:a16="http://schemas.microsoft.com/office/drawing/2014/main" id="{E12785D4-8154-0736-00B1-6B6428156F55}"/>
              </a:ext>
            </a:extLst>
          </p:cNvPr>
          <p:cNvSpPr>
            <a:spLocks noGrp="1"/>
          </p:cNvSpPr>
          <p:nvPr>
            <p:ph type="pic" sz="quarter" idx="13" hasCustomPrompt="1"/>
          </p:nvPr>
        </p:nvSpPr>
        <p:spPr>
          <a:xfrm>
            <a:off x="7159625" y="616785"/>
            <a:ext cx="4194175" cy="4194175"/>
          </a:xfrm>
        </p:spPr>
        <p:txBody>
          <a:bodyPr anchor="ctr"/>
          <a:lstStyle>
            <a:lvl1pPr marL="0" indent="0" algn="ctr">
              <a:buNone/>
              <a:defRPr>
                <a:solidFill>
                  <a:schemeClr val="bg1"/>
                </a:solidFill>
              </a:defRPr>
            </a:lvl1pPr>
          </a:lstStyle>
          <a:p>
            <a:r>
              <a:rPr lang="fr-FR" dirty="0"/>
              <a:t>Insérer une image</a:t>
            </a:r>
          </a:p>
        </p:txBody>
      </p:sp>
      <p:sp>
        <p:nvSpPr>
          <p:cNvPr id="12" name="Rectangle 11">
            <a:extLst>
              <a:ext uri="{FF2B5EF4-FFF2-40B4-BE49-F238E27FC236}">
                <a16:creationId xmlns:a16="http://schemas.microsoft.com/office/drawing/2014/main" id="{F8D15D5D-C689-E39F-D661-F07BC2CDFC27}"/>
              </a:ext>
            </a:extLst>
          </p:cNvPr>
          <p:cNvSpPr/>
          <p:nvPr userDrawn="1"/>
        </p:nvSpPr>
        <p:spPr>
          <a:xfrm>
            <a:off x="7159625" y="4810960"/>
            <a:ext cx="4194175" cy="1250475"/>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4" name="Espace réservé du texte 13">
            <a:extLst>
              <a:ext uri="{FF2B5EF4-FFF2-40B4-BE49-F238E27FC236}">
                <a16:creationId xmlns:a16="http://schemas.microsoft.com/office/drawing/2014/main" id="{6A2F29C7-0BCA-2F8D-52E9-3C93E96270D0}"/>
              </a:ext>
            </a:extLst>
          </p:cNvPr>
          <p:cNvSpPr>
            <a:spLocks noGrp="1"/>
          </p:cNvSpPr>
          <p:nvPr>
            <p:ph type="body" sz="quarter" idx="14" hasCustomPrompt="1"/>
          </p:nvPr>
        </p:nvSpPr>
        <p:spPr>
          <a:xfrm>
            <a:off x="7456488" y="5068603"/>
            <a:ext cx="3638550" cy="302290"/>
          </a:xfrm>
        </p:spPr>
        <p:txBody>
          <a:bodyPr anchor="ctr">
            <a:noAutofit/>
          </a:bodyPr>
          <a:lstStyle>
            <a:lvl1pPr marL="0" indent="0" algn="ctr">
              <a:lnSpc>
                <a:spcPct val="150000"/>
              </a:lnSpc>
              <a:buNone/>
              <a:defRPr sz="1600"/>
            </a:lvl1pPr>
          </a:lstStyle>
          <a:p>
            <a:pPr lvl="0"/>
            <a:r>
              <a:rPr lang="fr-FR" dirty="0"/>
              <a:t>À partir de </a:t>
            </a:r>
          </a:p>
        </p:txBody>
      </p:sp>
      <p:sp>
        <p:nvSpPr>
          <p:cNvPr id="16" name="Espace réservé du texte 15">
            <a:extLst>
              <a:ext uri="{FF2B5EF4-FFF2-40B4-BE49-F238E27FC236}">
                <a16:creationId xmlns:a16="http://schemas.microsoft.com/office/drawing/2014/main" id="{42C43E7F-32EF-8432-27D2-B2022C5311CE}"/>
              </a:ext>
            </a:extLst>
          </p:cNvPr>
          <p:cNvSpPr>
            <a:spLocks noGrp="1"/>
          </p:cNvSpPr>
          <p:nvPr>
            <p:ph type="body" sz="quarter" idx="15"/>
          </p:nvPr>
        </p:nvSpPr>
        <p:spPr>
          <a:xfrm>
            <a:off x="838200" y="2317156"/>
            <a:ext cx="5911850" cy="512618"/>
          </a:xfrm>
        </p:spPr>
        <p:txBody>
          <a:bodyPr>
            <a:normAutofit/>
          </a:bodyPr>
          <a:lstStyle>
            <a:lvl1pPr marL="285750" indent="-285750">
              <a:buFont typeface="Arial" panose="020B0604020202020204" pitchFamily="34" charset="0"/>
              <a:buChar char="•"/>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fr-FR" dirty="0"/>
          </a:p>
        </p:txBody>
      </p:sp>
      <p:pic>
        <p:nvPicPr>
          <p:cNvPr id="18" name="Image 17">
            <a:extLst>
              <a:ext uri="{FF2B5EF4-FFF2-40B4-BE49-F238E27FC236}">
                <a16:creationId xmlns:a16="http://schemas.microsoft.com/office/drawing/2014/main" id="{74D0DB61-5908-18BC-EF03-4A1E12739758}"/>
              </a:ext>
            </a:extLst>
          </p:cNvPr>
          <p:cNvPicPr>
            <a:picLocks noChangeAspect="1"/>
          </p:cNvPicPr>
          <p:nvPr userDrawn="1"/>
        </p:nvPicPr>
        <p:blipFill>
          <a:blip r:embed="rId2" cstate="screen">
            <a:alphaModFix amt="29000"/>
            <a:extLst>
              <a:ext uri="{28A0092B-C50C-407E-A947-70E740481C1C}">
                <a14:useLocalDpi xmlns:a14="http://schemas.microsoft.com/office/drawing/2010/main"/>
              </a:ext>
            </a:extLst>
          </a:blip>
          <a:stretch>
            <a:fillRect/>
          </a:stretch>
        </p:blipFill>
        <p:spPr>
          <a:xfrm>
            <a:off x="2796526" y="5125388"/>
            <a:ext cx="1569750" cy="1569750"/>
          </a:xfrm>
          <a:prstGeom prst="rect">
            <a:avLst/>
          </a:prstGeom>
        </p:spPr>
      </p:pic>
      <p:sp>
        <p:nvSpPr>
          <p:cNvPr id="20" name="Espace réservé du texte 15">
            <a:extLst>
              <a:ext uri="{FF2B5EF4-FFF2-40B4-BE49-F238E27FC236}">
                <a16:creationId xmlns:a16="http://schemas.microsoft.com/office/drawing/2014/main" id="{B942CE6C-3D5C-A71D-D500-98E38BC1C287}"/>
              </a:ext>
            </a:extLst>
          </p:cNvPr>
          <p:cNvSpPr>
            <a:spLocks noGrp="1"/>
          </p:cNvSpPr>
          <p:nvPr>
            <p:ph type="body" sz="quarter" idx="16"/>
          </p:nvPr>
        </p:nvSpPr>
        <p:spPr>
          <a:xfrm>
            <a:off x="838200" y="3454885"/>
            <a:ext cx="5911850" cy="512618"/>
          </a:xfrm>
        </p:spPr>
        <p:txBody>
          <a:bodyPr>
            <a:normAutofit/>
          </a:bodyPr>
          <a:lstStyle>
            <a:lvl1pPr marL="285750" indent="-285750">
              <a:buFont typeface="Arial" panose="020B0604020202020204" pitchFamily="34" charset="0"/>
              <a:buChar char="•"/>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fr-FR" dirty="0"/>
          </a:p>
        </p:txBody>
      </p:sp>
      <p:sp>
        <p:nvSpPr>
          <p:cNvPr id="22" name="Espace réservé du texte 15">
            <a:extLst>
              <a:ext uri="{FF2B5EF4-FFF2-40B4-BE49-F238E27FC236}">
                <a16:creationId xmlns:a16="http://schemas.microsoft.com/office/drawing/2014/main" id="{6EF58417-880C-63BE-F7B5-0ED4D9408A9C}"/>
              </a:ext>
            </a:extLst>
          </p:cNvPr>
          <p:cNvSpPr>
            <a:spLocks noGrp="1"/>
          </p:cNvSpPr>
          <p:nvPr>
            <p:ph type="body" sz="quarter" idx="17"/>
          </p:nvPr>
        </p:nvSpPr>
        <p:spPr>
          <a:xfrm>
            <a:off x="838200" y="4531675"/>
            <a:ext cx="5911850" cy="512618"/>
          </a:xfrm>
        </p:spPr>
        <p:txBody>
          <a:bodyPr>
            <a:normAutofit/>
          </a:bodyPr>
          <a:lstStyle>
            <a:lvl1pPr marL="285750" indent="-285750">
              <a:buFont typeface="Arial" panose="020B0604020202020204" pitchFamily="34" charset="0"/>
              <a:buChar char="•"/>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fr-FR" dirty="0"/>
          </a:p>
        </p:txBody>
      </p:sp>
      <p:sp>
        <p:nvSpPr>
          <p:cNvPr id="24" name="Espace réservé du texte 15">
            <a:extLst>
              <a:ext uri="{FF2B5EF4-FFF2-40B4-BE49-F238E27FC236}">
                <a16:creationId xmlns:a16="http://schemas.microsoft.com/office/drawing/2014/main" id="{E85779A4-5911-574F-09C0-6087E8D96370}"/>
              </a:ext>
            </a:extLst>
          </p:cNvPr>
          <p:cNvSpPr>
            <a:spLocks noGrp="1"/>
          </p:cNvSpPr>
          <p:nvPr>
            <p:ph type="body" sz="quarter" idx="18"/>
          </p:nvPr>
        </p:nvSpPr>
        <p:spPr>
          <a:xfrm>
            <a:off x="838200" y="5704989"/>
            <a:ext cx="5911850" cy="512618"/>
          </a:xfrm>
        </p:spPr>
        <p:txBody>
          <a:bodyPr>
            <a:normAutofit/>
          </a:bodyPr>
          <a:lstStyle>
            <a:lvl1pPr marL="285750" indent="-285750">
              <a:buFont typeface="Arial" panose="020B0604020202020204" pitchFamily="34" charset="0"/>
              <a:buChar char="•"/>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fr-FR" dirty="0"/>
          </a:p>
        </p:txBody>
      </p:sp>
      <p:sp>
        <p:nvSpPr>
          <p:cNvPr id="26" name="Espace réservé du texte 13">
            <a:extLst>
              <a:ext uri="{FF2B5EF4-FFF2-40B4-BE49-F238E27FC236}">
                <a16:creationId xmlns:a16="http://schemas.microsoft.com/office/drawing/2014/main" id="{6A6A2B77-BCB0-B381-20E4-438147174FA5}"/>
              </a:ext>
            </a:extLst>
          </p:cNvPr>
          <p:cNvSpPr>
            <a:spLocks noGrp="1"/>
          </p:cNvSpPr>
          <p:nvPr>
            <p:ph type="body" sz="quarter" idx="19" hasCustomPrompt="1"/>
          </p:nvPr>
        </p:nvSpPr>
        <p:spPr>
          <a:xfrm>
            <a:off x="7437437" y="5400037"/>
            <a:ext cx="3638550" cy="418874"/>
          </a:xfrm>
        </p:spPr>
        <p:txBody>
          <a:bodyPr anchor="ctr">
            <a:noAutofit/>
          </a:bodyPr>
          <a:lstStyle>
            <a:lvl1pPr marL="0" indent="0" algn="ctr">
              <a:lnSpc>
                <a:spcPct val="150000"/>
              </a:lnSpc>
              <a:buNone/>
              <a:defRPr sz="2400">
                <a:latin typeface="+mj-lt"/>
              </a:defRPr>
            </a:lvl1pPr>
          </a:lstStyle>
          <a:p>
            <a:pPr lvl="0"/>
            <a:r>
              <a:rPr lang="fr-FR" dirty="0"/>
              <a:t>25 500 € HT</a:t>
            </a:r>
          </a:p>
        </p:txBody>
      </p:sp>
      <p:sp>
        <p:nvSpPr>
          <p:cNvPr id="27" name="Espace réservé du texte 20">
            <a:extLst>
              <a:ext uri="{FF2B5EF4-FFF2-40B4-BE49-F238E27FC236}">
                <a16:creationId xmlns:a16="http://schemas.microsoft.com/office/drawing/2014/main" id="{A2553D53-BE4A-4534-19A9-0C87CD5BF252}"/>
              </a:ext>
            </a:extLst>
          </p:cNvPr>
          <p:cNvSpPr>
            <a:spLocks noGrp="1"/>
          </p:cNvSpPr>
          <p:nvPr>
            <p:ph type="body" sz="quarter" idx="26"/>
          </p:nvPr>
        </p:nvSpPr>
        <p:spPr>
          <a:xfrm>
            <a:off x="838200" y="1986505"/>
            <a:ext cx="5911392" cy="330651"/>
          </a:xfrm>
        </p:spPr>
        <p:txBody>
          <a:bodyPr>
            <a:normAutofit/>
          </a:bodyPr>
          <a:lstStyle>
            <a:lvl1pPr marL="0" indent="0" algn="l">
              <a:buNone/>
              <a:defRPr sz="1200" spc="300">
                <a:solidFill>
                  <a:schemeClr val="bg1"/>
                </a:solidFill>
                <a:latin typeface="+mj-lt"/>
              </a:defRPr>
            </a:lvl1pPr>
          </a:lstStyle>
          <a:p>
            <a:pPr lvl="0"/>
            <a:endParaRPr lang="fr-FR" dirty="0"/>
          </a:p>
        </p:txBody>
      </p:sp>
      <p:sp>
        <p:nvSpPr>
          <p:cNvPr id="28" name="Espace réservé du texte 20">
            <a:extLst>
              <a:ext uri="{FF2B5EF4-FFF2-40B4-BE49-F238E27FC236}">
                <a16:creationId xmlns:a16="http://schemas.microsoft.com/office/drawing/2014/main" id="{000FE06B-027A-054C-9505-09C5A72C8631}"/>
              </a:ext>
            </a:extLst>
          </p:cNvPr>
          <p:cNvSpPr>
            <a:spLocks noGrp="1"/>
          </p:cNvSpPr>
          <p:nvPr>
            <p:ph type="body" sz="quarter" idx="27"/>
          </p:nvPr>
        </p:nvSpPr>
        <p:spPr>
          <a:xfrm>
            <a:off x="838200" y="3098349"/>
            <a:ext cx="5911392" cy="330651"/>
          </a:xfrm>
        </p:spPr>
        <p:txBody>
          <a:bodyPr>
            <a:normAutofit/>
          </a:bodyPr>
          <a:lstStyle>
            <a:lvl1pPr marL="0" indent="0" algn="l">
              <a:buNone/>
              <a:defRPr sz="1200" spc="300">
                <a:solidFill>
                  <a:schemeClr val="bg1"/>
                </a:solidFill>
                <a:latin typeface="+mj-lt"/>
              </a:defRPr>
            </a:lvl1pPr>
          </a:lstStyle>
          <a:p>
            <a:pPr lvl="0"/>
            <a:endParaRPr lang="fr-FR" dirty="0"/>
          </a:p>
        </p:txBody>
      </p:sp>
      <p:sp>
        <p:nvSpPr>
          <p:cNvPr id="29" name="Espace réservé du texte 20">
            <a:extLst>
              <a:ext uri="{FF2B5EF4-FFF2-40B4-BE49-F238E27FC236}">
                <a16:creationId xmlns:a16="http://schemas.microsoft.com/office/drawing/2014/main" id="{CB8D83A4-D685-F95C-CAFA-6E57480533C2}"/>
              </a:ext>
            </a:extLst>
          </p:cNvPr>
          <p:cNvSpPr>
            <a:spLocks noGrp="1"/>
          </p:cNvSpPr>
          <p:nvPr>
            <p:ph type="body" sz="quarter" idx="28"/>
          </p:nvPr>
        </p:nvSpPr>
        <p:spPr>
          <a:xfrm>
            <a:off x="838200" y="5333790"/>
            <a:ext cx="5911392" cy="330651"/>
          </a:xfrm>
        </p:spPr>
        <p:txBody>
          <a:bodyPr>
            <a:normAutofit/>
          </a:bodyPr>
          <a:lstStyle>
            <a:lvl1pPr marL="0" indent="0" algn="l">
              <a:buNone/>
              <a:defRPr sz="1200" spc="300">
                <a:solidFill>
                  <a:schemeClr val="bg1"/>
                </a:solidFill>
                <a:latin typeface="+mj-lt"/>
              </a:defRPr>
            </a:lvl1pPr>
          </a:lstStyle>
          <a:p>
            <a:pPr lvl="0"/>
            <a:endParaRPr lang="fr-FR" dirty="0"/>
          </a:p>
        </p:txBody>
      </p:sp>
      <p:sp>
        <p:nvSpPr>
          <p:cNvPr id="30" name="Espace réservé du texte 20">
            <a:extLst>
              <a:ext uri="{FF2B5EF4-FFF2-40B4-BE49-F238E27FC236}">
                <a16:creationId xmlns:a16="http://schemas.microsoft.com/office/drawing/2014/main" id="{499BFB31-F701-C71A-E3F3-D25DC3F058CC}"/>
              </a:ext>
            </a:extLst>
          </p:cNvPr>
          <p:cNvSpPr>
            <a:spLocks noGrp="1"/>
          </p:cNvSpPr>
          <p:nvPr>
            <p:ph type="body" sz="quarter" idx="29"/>
          </p:nvPr>
        </p:nvSpPr>
        <p:spPr>
          <a:xfrm>
            <a:off x="838200" y="4175905"/>
            <a:ext cx="5911392" cy="330651"/>
          </a:xfrm>
        </p:spPr>
        <p:txBody>
          <a:bodyPr>
            <a:normAutofit/>
          </a:bodyPr>
          <a:lstStyle>
            <a:lvl1pPr marL="0" indent="0" algn="l">
              <a:buNone/>
              <a:defRPr sz="1200" spc="300">
                <a:solidFill>
                  <a:schemeClr val="bg1"/>
                </a:solidFill>
                <a:latin typeface="+mj-lt"/>
              </a:defRPr>
            </a:lvl1pPr>
          </a:lstStyle>
          <a:p>
            <a:pPr lvl="0"/>
            <a:endParaRPr lang="fr-FR" dirty="0"/>
          </a:p>
        </p:txBody>
      </p:sp>
    </p:spTree>
    <p:extLst>
      <p:ext uri="{BB962C8B-B14F-4D97-AF65-F5344CB8AC3E}">
        <p14:creationId xmlns:p14="http://schemas.microsoft.com/office/powerpoint/2010/main" val="435261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Partenair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3A88691-C349-EF68-AD21-E52A994122DD}"/>
              </a:ext>
            </a:extLst>
          </p:cNvPr>
          <p:cNvSpPr>
            <a:spLocks/>
          </p:cNvSpPr>
          <p:nvPr userDrawn="1"/>
        </p:nvSpPr>
        <p:spPr>
          <a:xfrm>
            <a:off x="0" y="0"/>
            <a:ext cx="4532811"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B9AAFD1-8584-4E1D-967B-FECB25C5F5AF}" type="slidenum">
              <a:rPr lang="fr-FR" smtClean="0"/>
              <a:pPr/>
              <a:t>‹N°›</a:t>
            </a:fld>
            <a:endParaRPr lang="fr-FR" dirty="0"/>
          </a:p>
        </p:txBody>
      </p:sp>
      <p:sp>
        <p:nvSpPr>
          <p:cNvPr id="7" name="Titre 1">
            <a:extLst>
              <a:ext uri="{FF2B5EF4-FFF2-40B4-BE49-F238E27FC236}">
                <a16:creationId xmlns:a16="http://schemas.microsoft.com/office/drawing/2014/main" id="{2447E046-3AB8-F20C-73D5-50DA362D4E4C}"/>
              </a:ext>
            </a:extLst>
          </p:cNvPr>
          <p:cNvSpPr>
            <a:spLocks noGrp="1"/>
          </p:cNvSpPr>
          <p:nvPr>
            <p:ph type="title" hasCustomPrompt="1"/>
          </p:nvPr>
        </p:nvSpPr>
        <p:spPr>
          <a:xfrm>
            <a:off x="638556" y="597750"/>
            <a:ext cx="3698313" cy="972432"/>
          </a:xfrm>
        </p:spPr>
        <p:txBody>
          <a:bodyPr anchor="t">
            <a:normAutofit/>
          </a:bodyPr>
          <a:lstStyle>
            <a:lvl1pPr>
              <a:defRPr sz="3600">
                <a:solidFill>
                  <a:schemeClr val="bg1"/>
                </a:solidFill>
              </a:defRPr>
            </a:lvl1pPr>
          </a:lstStyle>
          <a:p>
            <a:r>
              <a:rPr lang="fr-FR" dirty="0"/>
              <a:t>PACKS PARTENAIRES</a:t>
            </a:r>
          </a:p>
        </p:txBody>
      </p:sp>
      <p:cxnSp>
        <p:nvCxnSpPr>
          <p:cNvPr id="8" name="Connecteur droit 7">
            <a:extLst>
              <a:ext uri="{FF2B5EF4-FFF2-40B4-BE49-F238E27FC236}">
                <a16:creationId xmlns:a16="http://schemas.microsoft.com/office/drawing/2014/main" id="{52621F36-152F-CA70-91A6-37ADEA67FED5}"/>
              </a:ext>
            </a:extLst>
          </p:cNvPr>
          <p:cNvCxnSpPr/>
          <p:nvPr userDrawn="1"/>
        </p:nvCxnSpPr>
        <p:spPr>
          <a:xfrm>
            <a:off x="638555" y="1702984"/>
            <a:ext cx="1084083"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13" name="Espace réservé pour une image  12">
            <a:extLst>
              <a:ext uri="{FF2B5EF4-FFF2-40B4-BE49-F238E27FC236}">
                <a16:creationId xmlns:a16="http://schemas.microsoft.com/office/drawing/2014/main" id="{1A0F300D-6EF8-7275-C4FB-4C2FCE97A7E5}"/>
              </a:ext>
            </a:extLst>
          </p:cNvPr>
          <p:cNvSpPr>
            <a:spLocks noGrp="1"/>
          </p:cNvSpPr>
          <p:nvPr>
            <p:ph type="pic" sz="quarter" idx="15" hasCustomPrompt="1"/>
          </p:nvPr>
        </p:nvSpPr>
        <p:spPr>
          <a:xfrm>
            <a:off x="638555" y="2653487"/>
            <a:ext cx="3166002" cy="3166002"/>
          </a:xfrm>
        </p:spPr>
        <p:txBody>
          <a:bodyPr anchor="ctr"/>
          <a:lstStyle>
            <a:lvl1pPr marL="0" indent="0" algn="ctr">
              <a:buNone/>
              <a:defRPr>
                <a:solidFill>
                  <a:schemeClr val="bg1"/>
                </a:solidFill>
              </a:defRPr>
            </a:lvl1pPr>
          </a:lstStyle>
          <a:p>
            <a:r>
              <a:rPr lang="fr-FR" dirty="0"/>
              <a:t>Insérez image</a:t>
            </a:r>
          </a:p>
        </p:txBody>
      </p:sp>
      <p:sp>
        <p:nvSpPr>
          <p:cNvPr id="42" name="Espace réservé du texte 20">
            <a:extLst>
              <a:ext uri="{FF2B5EF4-FFF2-40B4-BE49-F238E27FC236}">
                <a16:creationId xmlns:a16="http://schemas.microsoft.com/office/drawing/2014/main" id="{31074266-25F7-6167-647F-ABD726FCFDED}"/>
              </a:ext>
            </a:extLst>
          </p:cNvPr>
          <p:cNvSpPr>
            <a:spLocks noGrp="1"/>
          </p:cNvSpPr>
          <p:nvPr>
            <p:ph type="body" sz="quarter" idx="29" hasCustomPrompt="1"/>
          </p:nvPr>
        </p:nvSpPr>
        <p:spPr>
          <a:xfrm>
            <a:off x="5122940" y="523126"/>
            <a:ext cx="6577022" cy="271174"/>
          </a:xfrm>
        </p:spPr>
        <p:txBody>
          <a:bodyPr>
            <a:normAutofit/>
          </a:bodyPr>
          <a:lstStyle>
            <a:lvl1pPr marL="0" indent="0" algn="l">
              <a:buNone/>
              <a:defRPr sz="1400" spc="300">
                <a:solidFill>
                  <a:schemeClr val="tx1"/>
                </a:solidFill>
                <a:latin typeface="+mj-lt"/>
              </a:defRPr>
            </a:lvl1pPr>
          </a:lstStyle>
          <a:p>
            <a:pPr lvl="0"/>
            <a:r>
              <a:rPr lang="fr-FR" dirty="0"/>
              <a:t>TITRE</a:t>
            </a:r>
          </a:p>
        </p:txBody>
      </p:sp>
      <p:sp>
        <p:nvSpPr>
          <p:cNvPr id="2" name="Espace réservé du texte 13">
            <a:extLst>
              <a:ext uri="{FF2B5EF4-FFF2-40B4-BE49-F238E27FC236}">
                <a16:creationId xmlns:a16="http://schemas.microsoft.com/office/drawing/2014/main" id="{26E483E1-7CBC-E301-73C0-45DE947960CB}"/>
              </a:ext>
            </a:extLst>
          </p:cNvPr>
          <p:cNvSpPr>
            <a:spLocks noGrp="1"/>
          </p:cNvSpPr>
          <p:nvPr>
            <p:ph type="body" sz="quarter" idx="18"/>
          </p:nvPr>
        </p:nvSpPr>
        <p:spPr>
          <a:xfrm>
            <a:off x="5122940" y="888129"/>
            <a:ext cx="6577022" cy="713803"/>
          </a:xfrm>
        </p:spPr>
        <p:txBody>
          <a:bodyPr>
            <a:normAutofit/>
          </a:bodyPr>
          <a:lstStyle>
            <a:lvl1pPr marL="0" indent="0" algn="just">
              <a:lnSpc>
                <a:spcPts val="2000"/>
              </a:lnSpc>
              <a:buNone/>
              <a:defRPr sz="1200"/>
            </a:lvl1pPr>
          </a:lstStyle>
          <a:p>
            <a:pPr lvl="0"/>
            <a:endParaRPr lang="fr-FR" dirty="0"/>
          </a:p>
        </p:txBody>
      </p:sp>
      <p:sp>
        <p:nvSpPr>
          <p:cNvPr id="3" name="Espace réservé du texte 20">
            <a:extLst>
              <a:ext uri="{FF2B5EF4-FFF2-40B4-BE49-F238E27FC236}">
                <a16:creationId xmlns:a16="http://schemas.microsoft.com/office/drawing/2014/main" id="{ACDA3BE6-BA47-924C-C009-BAC290C665B1}"/>
              </a:ext>
            </a:extLst>
          </p:cNvPr>
          <p:cNvSpPr>
            <a:spLocks noGrp="1"/>
          </p:cNvSpPr>
          <p:nvPr>
            <p:ph type="body" sz="quarter" idx="30" hasCustomPrompt="1"/>
          </p:nvPr>
        </p:nvSpPr>
        <p:spPr>
          <a:xfrm>
            <a:off x="5122940" y="1702984"/>
            <a:ext cx="6577022" cy="271174"/>
          </a:xfrm>
        </p:spPr>
        <p:txBody>
          <a:bodyPr>
            <a:normAutofit/>
          </a:bodyPr>
          <a:lstStyle>
            <a:lvl1pPr marL="0" indent="0" algn="l">
              <a:buNone/>
              <a:defRPr sz="1400" spc="300">
                <a:solidFill>
                  <a:schemeClr val="tx1"/>
                </a:solidFill>
                <a:latin typeface="+mj-lt"/>
              </a:defRPr>
            </a:lvl1pPr>
          </a:lstStyle>
          <a:p>
            <a:pPr lvl="0"/>
            <a:r>
              <a:rPr lang="fr-FR" dirty="0"/>
              <a:t>TITRE</a:t>
            </a:r>
          </a:p>
        </p:txBody>
      </p:sp>
      <p:sp>
        <p:nvSpPr>
          <p:cNvPr id="5" name="Espace réservé du texte 13">
            <a:extLst>
              <a:ext uri="{FF2B5EF4-FFF2-40B4-BE49-F238E27FC236}">
                <a16:creationId xmlns:a16="http://schemas.microsoft.com/office/drawing/2014/main" id="{AB7B0579-4E1C-5452-715B-5F836EB33329}"/>
              </a:ext>
            </a:extLst>
          </p:cNvPr>
          <p:cNvSpPr>
            <a:spLocks noGrp="1"/>
          </p:cNvSpPr>
          <p:nvPr>
            <p:ph type="body" sz="quarter" idx="31"/>
          </p:nvPr>
        </p:nvSpPr>
        <p:spPr>
          <a:xfrm>
            <a:off x="5122940" y="2067987"/>
            <a:ext cx="6577022" cy="713803"/>
          </a:xfrm>
        </p:spPr>
        <p:txBody>
          <a:bodyPr>
            <a:normAutofit/>
          </a:bodyPr>
          <a:lstStyle>
            <a:lvl1pPr marL="0" indent="0" algn="just">
              <a:lnSpc>
                <a:spcPts val="2000"/>
              </a:lnSpc>
              <a:buNone/>
              <a:defRPr sz="1200"/>
            </a:lvl1pPr>
          </a:lstStyle>
          <a:p>
            <a:pPr lvl="0"/>
            <a:endParaRPr lang="fr-FR" dirty="0"/>
          </a:p>
        </p:txBody>
      </p:sp>
      <p:sp>
        <p:nvSpPr>
          <p:cNvPr id="9" name="Espace réservé du texte 20">
            <a:extLst>
              <a:ext uri="{FF2B5EF4-FFF2-40B4-BE49-F238E27FC236}">
                <a16:creationId xmlns:a16="http://schemas.microsoft.com/office/drawing/2014/main" id="{6A18535B-71CA-E4E1-770E-48CC3DA36739}"/>
              </a:ext>
            </a:extLst>
          </p:cNvPr>
          <p:cNvSpPr>
            <a:spLocks noGrp="1"/>
          </p:cNvSpPr>
          <p:nvPr>
            <p:ph type="body" sz="quarter" idx="32" hasCustomPrompt="1"/>
          </p:nvPr>
        </p:nvSpPr>
        <p:spPr>
          <a:xfrm>
            <a:off x="5122940" y="2926898"/>
            <a:ext cx="6577022" cy="271174"/>
          </a:xfrm>
        </p:spPr>
        <p:txBody>
          <a:bodyPr>
            <a:normAutofit/>
          </a:bodyPr>
          <a:lstStyle>
            <a:lvl1pPr marL="0" indent="0" algn="l">
              <a:buNone/>
              <a:defRPr sz="1400" spc="300">
                <a:solidFill>
                  <a:schemeClr val="tx1"/>
                </a:solidFill>
                <a:latin typeface="+mj-lt"/>
              </a:defRPr>
            </a:lvl1pPr>
          </a:lstStyle>
          <a:p>
            <a:pPr lvl="0"/>
            <a:r>
              <a:rPr lang="fr-FR" dirty="0"/>
              <a:t>TITRE</a:t>
            </a:r>
          </a:p>
        </p:txBody>
      </p:sp>
      <p:sp>
        <p:nvSpPr>
          <p:cNvPr id="10" name="Espace réservé du texte 13">
            <a:extLst>
              <a:ext uri="{FF2B5EF4-FFF2-40B4-BE49-F238E27FC236}">
                <a16:creationId xmlns:a16="http://schemas.microsoft.com/office/drawing/2014/main" id="{9AEB4D46-7A90-5731-F190-FFC995BA9DE8}"/>
              </a:ext>
            </a:extLst>
          </p:cNvPr>
          <p:cNvSpPr>
            <a:spLocks noGrp="1"/>
          </p:cNvSpPr>
          <p:nvPr>
            <p:ph type="body" sz="quarter" idx="33"/>
          </p:nvPr>
        </p:nvSpPr>
        <p:spPr>
          <a:xfrm>
            <a:off x="5122940" y="3291901"/>
            <a:ext cx="6577022" cy="713803"/>
          </a:xfrm>
        </p:spPr>
        <p:txBody>
          <a:bodyPr>
            <a:normAutofit/>
          </a:bodyPr>
          <a:lstStyle>
            <a:lvl1pPr marL="0" indent="0" algn="just">
              <a:lnSpc>
                <a:spcPts val="2000"/>
              </a:lnSpc>
              <a:buNone/>
              <a:defRPr sz="1200"/>
            </a:lvl1pPr>
          </a:lstStyle>
          <a:p>
            <a:pPr lvl="0"/>
            <a:endParaRPr lang="fr-FR" dirty="0"/>
          </a:p>
        </p:txBody>
      </p:sp>
      <p:sp>
        <p:nvSpPr>
          <p:cNvPr id="12" name="Espace réservé du texte 20">
            <a:extLst>
              <a:ext uri="{FF2B5EF4-FFF2-40B4-BE49-F238E27FC236}">
                <a16:creationId xmlns:a16="http://schemas.microsoft.com/office/drawing/2014/main" id="{A9442092-AEDB-98F9-094E-A129C46593BB}"/>
              </a:ext>
            </a:extLst>
          </p:cNvPr>
          <p:cNvSpPr>
            <a:spLocks noGrp="1"/>
          </p:cNvSpPr>
          <p:nvPr>
            <p:ph type="body" sz="quarter" idx="34" hasCustomPrompt="1"/>
          </p:nvPr>
        </p:nvSpPr>
        <p:spPr>
          <a:xfrm>
            <a:off x="5122940" y="4112535"/>
            <a:ext cx="6577022" cy="271174"/>
          </a:xfrm>
        </p:spPr>
        <p:txBody>
          <a:bodyPr>
            <a:normAutofit/>
          </a:bodyPr>
          <a:lstStyle>
            <a:lvl1pPr marL="0" indent="0" algn="l">
              <a:buNone/>
              <a:defRPr sz="1400" spc="300">
                <a:solidFill>
                  <a:schemeClr val="tx1"/>
                </a:solidFill>
                <a:latin typeface="+mj-lt"/>
              </a:defRPr>
            </a:lvl1pPr>
          </a:lstStyle>
          <a:p>
            <a:pPr lvl="0"/>
            <a:r>
              <a:rPr lang="fr-FR" dirty="0"/>
              <a:t>TITRE</a:t>
            </a:r>
          </a:p>
        </p:txBody>
      </p:sp>
      <p:sp>
        <p:nvSpPr>
          <p:cNvPr id="14" name="Espace réservé du texte 13">
            <a:extLst>
              <a:ext uri="{FF2B5EF4-FFF2-40B4-BE49-F238E27FC236}">
                <a16:creationId xmlns:a16="http://schemas.microsoft.com/office/drawing/2014/main" id="{F39AE5ED-D554-4900-244C-48CCF2C088CA}"/>
              </a:ext>
            </a:extLst>
          </p:cNvPr>
          <p:cNvSpPr>
            <a:spLocks noGrp="1"/>
          </p:cNvSpPr>
          <p:nvPr>
            <p:ph type="body" sz="quarter" idx="35"/>
          </p:nvPr>
        </p:nvSpPr>
        <p:spPr>
          <a:xfrm>
            <a:off x="5122940" y="4477538"/>
            <a:ext cx="6577022" cy="713803"/>
          </a:xfrm>
        </p:spPr>
        <p:txBody>
          <a:bodyPr>
            <a:normAutofit/>
          </a:bodyPr>
          <a:lstStyle>
            <a:lvl1pPr marL="0" indent="0" algn="just">
              <a:lnSpc>
                <a:spcPts val="2000"/>
              </a:lnSpc>
              <a:buNone/>
              <a:defRPr sz="1200"/>
            </a:lvl1pPr>
          </a:lstStyle>
          <a:p>
            <a:pPr lvl="0"/>
            <a:endParaRPr lang="fr-FR" dirty="0"/>
          </a:p>
        </p:txBody>
      </p:sp>
      <p:sp>
        <p:nvSpPr>
          <p:cNvPr id="15" name="Espace réservé du texte 20">
            <a:extLst>
              <a:ext uri="{FF2B5EF4-FFF2-40B4-BE49-F238E27FC236}">
                <a16:creationId xmlns:a16="http://schemas.microsoft.com/office/drawing/2014/main" id="{357812CD-ACA9-ECF8-9718-11A67FED04D7}"/>
              </a:ext>
            </a:extLst>
          </p:cNvPr>
          <p:cNvSpPr>
            <a:spLocks noGrp="1"/>
          </p:cNvSpPr>
          <p:nvPr>
            <p:ph type="body" sz="quarter" idx="36" hasCustomPrompt="1"/>
          </p:nvPr>
        </p:nvSpPr>
        <p:spPr>
          <a:xfrm>
            <a:off x="5122940" y="5321694"/>
            <a:ext cx="6577022" cy="271174"/>
          </a:xfrm>
        </p:spPr>
        <p:txBody>
          <a:bodyPr>
            <a:normAutofit/>
          </a:bodyPr>
          <a:lstStyle>
            <a:lvl1pPr marL="0" indent="0" algn="l">
              <a:buNone/>
              <a:defRPr sz="1400" spc="300">
                <a:solidFill>
                  <a:schemeClr val="tx1"/>
                </a:solidFill>
                <a:latin typeface="+mj-lt"/>
              </a:defRPr>
            </a:lvl1pPr>
          </a:lstStyle>
          <a:p>
            <a:pPr lvl="0"/>
            <a:r>
              <a:rPr lang="fr-FR" dirty="0"/>
              <a:t>TITRE</a:t>
            </a:r>
          </a:p>
        </p:txBody>
      </p:sp>
      <p:sp>
        <p:nvSpPr>
          <p:cNvPr id="16" name="Espace réservé du texte 13">
            <a:extLst>
              <a:ext uri="{FF2B5EF4-FFF2-40B4-BE49-F238E27FC236}">
                <a16:creationId xmlns:a16="http://schemas.microsoft.com/office/drawing/2014/main" id="{F18CDDAE-A697-6EC9-1923-F4FC5B40C904}"/>
              </a:ext>
            </a:extLst>
          </p:cNvPr>
          <p:cNvSpPr>
            <a:spLocks noGrp="1"/>
          </p:cNvSpPr>
          <p:nvPr>
            <p:ph type="body" sz="quarter" idx="37"/>
          </p:nvPr>
        </p:nvSpPr>
        <p:spPr>
          <a:xfrm>
            <a:off x="5122940" y="5686697"/>
            <a:ext cx="6577022" cy="713803"/>
          </a:xfrm>
        </p:spPr>
        <p:txBody>
          <a:bodyPr>
            <a:normAutofit/>
          </a:bodyPr>
          <a:lstStyle>
            <a:lvl1pPr marL="0" indent="0" algn="just">
              <a:lnSpc>
                <a:spcPts val="2000"/>
              </a:lnSpc>
              <a:buNone/>
              <a:defRPr sz="1200"/>
            </a:lvl1pPr>
          </a:lstStyle>
          <a:p>
            <a:pPr lvl="0"/>
            <a:endParaRPr lang="fr-FR" dirty="0"/>
          </a:p>
        </p:txBody>
      </p:sp>
    </p:spTree>
    <p:extLst>
      <p:ext uri="{BB962C8B-B14F-4D97-AF65-F5344CB8AC3E}">
        <p14:creationId xmlns:p14="http://schemas.microsoft.com/office/powerpoint/2010/main" val="20563945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Partenair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3A88691-C349-EF68-AD21-E52A994122DD}"/>
              </a:ext>
            </a:extLst>
          </p:cNvPr>
          <p:cNvSpPr>
            <a:spLocks/>
          </p:cNvSpPr>
          <p:nvPr userDrawn="1"/>
        </p:nvSpPr>
        <p:spPr>
          <a:xfrm>
            <a:off x="0" y="0"/>
            <a:ext cx="4532811"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B9AAFD1-8584-4E1D-967B-FECB25C5F5AF}" type="slidenum">
              <a:rPr lang="fr-FR" smtClean="0"/>
              <a:pPr/>
              <a:t>‹N°›</a:t>
            </a:fld>
            <a:endParaRPr lang="fr-FR" dirty="0"/>
          </a:p>
        </p:txBody>
      </p:sp>
      <p:sp>
        <p:nvSpPr>
          <p:cNvPr id="7" name="Titre 1">
            <a:extLst>
              <a:ext uri="{FF2B5EF4-FFF2-40B4-BE49-F238E27FC236}">
                <a16:creationId xmlns:a16="http://schemas.microsoft.com/office/drawing/2014/main" id="{2447E046-3AB8-F20C-73D5-50DA362D4E4C}"/>
              </a:ext>
            </a:extLst>
          </p:cNvPr>
          <p:cNvSpPr>
            <a:spLocks noGrp="1"/>
          </p:cNvSpPr>
          <p:nvPr>
            <p:ph type="title" hasCustomPrompt="1"/>
          </p:nvPr>
        </p:nvSpPr>
        <p:spPr>
          <a:xfrm>
            <a:off x="638556" y="597750"/>
            <a:ext cx="3698313" cy="972432"/>
          </a:xfrm>
        </p:spPr>
        <p:txBody>
          <a:bodyPr anchor="t">
            <a:normAutofit/>
          </a:bodyPr>
          <a:lstStyle>
            <a:lvl1pPr>
              <a:defRPr sz="3600">
                <a:solidFill>
                  <a:schemeClr val="bg1"/>
                </a:solidFill>
              </a:defRPr>
            </a:lvl1pPr>
          </a:lstStyle>
          <a:p>
            <a:r>
              <a:rPr lang="fr-FR" dirty="0"/>
              <a:t>NOS PARTENAIRES</a:t>
            </a:r>
          </a:p>
        </p:txBody>
      </p:sp>
      <p:cxnSp>
        <p:nvCxnSpPr>
          <p:cNvPr id="8" name="Connecteur droit 7">
            <a:extLst>
              <a:ext uri="{FF2B5EF4-FFF2-40B4-BE49-F238E27FC236}">
                <a16:creationId xmlns:a16="http://schemas.microsoft.com/office/drawing/2014/main" id="{52621F36-152F-CA70-91A6-37ADEA67FED5}"/>
              </a:ext>
            </a:extLst>
          </p:cNvPr>
          <p:cNvCxnSpPr/>
          <p:nvPr userDrawn="1"/>
        </p:nvCxnSpPr>
        <p:spPr>
          <a:xfrm>
            <a:off x="638555" y="1702984"/>
            <a:ext cx="1084083"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13" name="Espace réservé pour une image  12">
            <a:extLst>
              <a:ext uri="{FF2B5EF4-FFF2-40B4-BE49-F238E27FC236}">
                <a16:creationId xmlns:a16="http://schemas.microsoft.com/office/drawing/2014/main" id="{1A0F300D-6EF8-7275-C4FB-4C2FCE97A7E5}"/>
              </a:ext>
            </a:extLst>
          </p:cNvPr>
          <p:cNvSpPr>
            <a:spLocks noGrp="1"/>
          </p:cNvSpPr>
          <p:nvPr>
            <p:ph type="pic" sz="quarter" idx="15" hasCustomPrompt="1"/>
          </p:nvPr>
        </p:nvSpPr>
        <p:spPr>
          <a:xfrm>
            <a:off x="638555" y="2653487"/>
            <a:ext cx="3166002" cy="3166002"/>
          </a:xfrm>
        </p:spPr>
        <p:txBody>
          <a:bodyPr anchor="ctr"/>
          <a:lstStyle>
            <a:lvl1pPr marL="0" indent="0" algn="ctr">
              <a:buNone/>
              <a:defRPr>
                <a:solidFill>
                  <a:schemeClr val="bg1"/>
                </a:solidFill>
              </a:defRPr>
            </a:lvl1pPr>
          </a:lstStyle>
          <a:p>
            <a:r>
              <a:rPr lang="fr-FR" dirty="0"/>
              <a:t>Insérez logo marque ALL IN</a:t>
            </a:r>
          </a:p>
        </p:txBody>
      </p:sp>
      <p:cxnSp>
        <p:nvCxnSpPr>
          <p:cNvPr id="4" name="Connecteur droit 3">
            <a:extLst>
              <a:ext uri="{FF2B5EF4-FFF2-40B4-BE49-F238E27FC236}">
                <a16:creationId xmlns:a16="http://schemas.microsoft.com/office/drawing/2014/main" id="{476F89F2-EF3B-B762-2558-6D01F4912F65}"/>
              </a:ext>
            </a:extLst>
          </p:cNvPr>
          <p:cNvCxnSpPr>
            <a:cxnSpLocks/>
          </p:cNvCxnSpPr>
          <p:nvPr userDrawn="1"/>
        </p:nvCxnSpPr>
        <p:spPr>
          <a:xfrm>
            <a:off x="5122941" y="862147"/>
            <a:ext cx="520213" cy="0"/>
          </a:xfrm>
          <a:prstGeom prst="line">
            <a:avLst/>
          </a:prstGeom>
          <a:ln w="38100">
            <a:solidFill>
              <a:schemeClr val="tx2"/>
            </a:solidFill>
          </a:ln>
        </p:spPr>
        <p:style>
          <a:lnRef idx="1">
            <a:schemeClr val="dk1"/>
          </a:lnRef>
          <a:fillRef idx="0">
            <a:schemeClr val="dk1"/>
          </a:fillRef>
          <a:effectRef idx="0">
            <a:schemeClr val="dk1"/>
          </a:effectRef>
          <a:fontRef idx="minor">
            <a:schemeClr val="tx1"/>
          </a:fontRef>
        </p:style>
      </p:cxnSp>
      <p:cxnSp>
        <p:nvCxnSpPr>
          <p:cNvPr id="28" name="Connecteur droit 27">
            <a:extLst>
              <a:ext uri="{FF2B5EF4-FFF2-40B4-BE49-F238E27FC236}">
                <a16:creationId xmlns:a16="http://schemas.microsoft.com/office/drawing/2014/main" id="{0E27E42E-986F-757A-A415-8B4CA98B236D}"/>
              </a:ext>
            </a:extLst>
          </p:cNvPr>
          <p:cNvCxnSpPr>
            <a:cxnSpLocks/>
          </p:cNvCxnSpPr>
          <p:nvPr userDrawn="1"/>
        </p:nvCxnSpPr>
        <p:spPr>
          <a:xfrm>
            <a:off x="5122941" y="2662575"/>
            <a:ext cx="520213" cy="0"/>
          </a:xfrm>
          <a:prstGeom prst="line">
            <a:avLst/>
          </a:prstGeom>
          <a:ln w="38100">
            <a:solidFill>
              <a:schemeClr val="tx2"/>
            </a:solidFill>
          </a:ln>
        </p:spPr>
        <p:style>
          <a:lnRef idx="1">
            <a:schemeClr val="dk1"/>
          </a:lnRef>
          <a:fillRef idx="0">
            <a:schemeClr val="dk1"/>
          </a:fillRef>
          <a:effectRef idx="0">
            <a:schemeClr val="dk1"/>
          </a:effectRef>
          <a:fontRef idx="minor">
            <a:schemeClr val="tx1"/>
          </a:fontRef>
        </p:style>
      </p:cxnSp>
      <p:cxnSp>
        <p:nvCxnSpPr>
          <p:cNvPr id="36" name="Connecteur droit 35">
            <a:extLst>
              <a:ext uri="{FF2B5EF4-FFF2-40B4-BE49-F238E27FC236}">
                <a16:creationId xmlns:a16="http://schemas.microsoft.com/office/drawing/2014/main" id="{CE739A5F-C540-6F31-5383-53B45AF94E81}"/>
              </a:ext>
            </a:extLst>
          </p:cNvPr>
          <p:cNvCxnSpPr>
            <a:cxnSpLocks/>
          </p:cNvCxnSpPr>
          <p:nvPr userDrawn="1"/>
        </p:nvCxnSpPr>
        <p:spPr>
          <a:xfrm>
            <a:off x="5122941" y="4511041"/>
            <a:ext cx="520213" cy="0"/>
          </a:xfrm>
          <a:prstGeom prst="line">
            <a:avLst/>
          </a:prstGeom>
          <a:ln w="38100">
            <a:solidFill>
              <a:schemeClr val="tx2"/>
            </a:solidFill>
          </a:ln>
        </p:spPr>
        <p:style>
          <a:lnRef idx="1">
            <a:schemeClr val="dk1"/>
          </a:lnRef>
          <a:fillRef idx="0">
            <a:schemeClr val="dk1"/>
          </a:fillRef>
          <a:effectRef idx="0">
            <a:schemeClr val="dk1"/>
          </a:effectRef>
          <a:fontRef idx="minor">
            <a:schemeClr val="tx1"/>
          </a:fontRef>
        </p:style>
      </p:cxnSp>
      <p:sp>
        <p:nvSpPr>
          <p:cNvPr id="41" name="Espace réservé du texte 20">
            <a:extLst>
              <a:ext uri="{FF2B5EF4-FFF2-40B4-BE49-F238E27FC236}">
                <a16:creationId xmlns:a16="http://schemas.microsoft.com/office/drawing/2014/main" id="{E7B68A9B-BDB2-1F52-D543-0F5C3DD79E4E}"/>
              </a:ext>
            </a:extLst>
          </p:cNvPr>
          <p:cNvSpPr>
            <a:spLocks noGrp="1"/>
          </p:cNvSpPr>
          <p:nvPr>
            <p:ph type="body" sz="quarter" idx="28" hasCustomPrompt="1"/>
          </p:nvPr>
        </p:nvSpPr>
        <p:spPr>
          <a:xfrm>
            <a:off x="5122941" y="4217214"/>
            <a:ext cx="6577022" cy="271174"/>
          </a:xfrm>
        </p:spPr>
        <p:txBody>
          <a:bodyPr>
            <a:normAutofit/>
          </a:bodyPr>
          <a:lstStyle>
            <a:lvl1pPr marL="0" indent="0" algn="l">
              <a:buNone/>
              <a:defRPr sz="1400" spc="300">
                <a:solidFill>
                  <a:schemeClr val="tx1"/>
                </a:solidFill>
                <a:latin typeface="+mj-lt"/>
              </a:defRPr>
            </a:lvl1pPr>
          </a:lstStyle>
          <a:p>
            <a:pPr lvl="0"/>
            <a:r>
              <a:rPr lang="fr-FR" dirty="0"/>
              <a:t>ALL IN EVENTS</a:t>
            </a:r>
          </a:p>
        </p:txBody>
      </p:sp>
      <p:sp>
        <p:nvSpPr>
          <p:cNvPr id="42" name="Espace réservé du texte 20">
            <a:extLst>
              <a:ext uri="{FF2B5EF4-FFF2-40B4-BE49-F238E27FC236}">
                <a16:creationId xmlns:a16="http://schemas.microsoft.com/office/drawing/2014/main" id="{31074266-25F7-6167-647F-ABD726FCFDED}"/>
              </a:ext>
            </a:extLst>
          </p:cNvPr>
          <p:cNvSpPr>
            <a:spLocks noGrp="1"/>
          </p:cNvSpPr>
          <p:nvPr>
            <p:ph type="body" sz="quarter" idx="29" hasCustomPrompt="1"/>
          </p:nvPr>
        </p:nvSpPr>
        <p:spPr>
          <a:xfrm>
            <a:off x="5122940" y="523126"/>
            <a:ext cx="6577022" cy="271174"/>
          </a:xfrm>
        </p:spPr>
        <p:txBody>
          <a:bodyPr>
            <a:normAutofit/>
          </a:bodyPr>
          <a:lstStyle>
            <a:lvl1pPr marL="0" indent="0" algn="l">
              <a:buNone/>
              <a:defRPr sz="1400" spc="300">
                <a:solidFill>
                  <a:schemeClr val="tx1"/>
                </a:solidFill>
                <a:latin typeface="+mj-lt"/>
              </a:defRPr>
            </a:lvl1pPr>
          </a:lstStyle>
          <a:p>
            <a:pPr lvl="0"/>
            <a:r>
              <a:rPr lang="fr-FR" dirty="0"/>
              <a:t>ALL IN PADEL</a:t>
            </a:r>
          </a:p>
        </p:txBody>
      </p:sp>
      <p:sp>
        <p:nvSpPr>
          <p:cNvPr id="43" name="Espace réservé du texte 20">
            <a:extLst>
              <a:ext uri="{FF2B5EF4-FFF2-40B4-BE49-F238E27FC236}">
                <a16:creationId xmlns:a16="http://schemas.microsoft.com/office/drawing/2014/main" id="{8B360D78-B8FC-A7F6-4E08-429F6796C05F}"/>
              </a:ext>
            </a:extLst>
          </p:cNvPr>
          <p:cNvSpPr>
            <a:spLocks noGrp="1"/>
          </p:cNvSpPr>
          <p:nvPr>
            <p:ph type="body" sz="quarter" idx="30" hasCustomPrompt="1"/>
          </p:nvPr>
        </p:nvSpPr>
        <p:spPr>
          <a:xfrm>
            <a:off x="5122940" y="2317369"/>
            <a:ext cx="6577022" cy="271174"/>
          </a:xfrm>
        </p:spPr>
        <p:txBody>
          <a:bodyPr>
            <a:normAutofit/>
          </a:bodyPr>
          <a:lstStyle>
            <a:lvl1pPr marL="0" indent="0" algn="l">
              <a:buNone/>
              <a:defRPr sz="1400" spc="300">
                <a:solidFill>
                  <a:schemeClr val="tx1"/>
                </a:solidFill>
                <a:latin typeface="+mj-lt"/>
              </a:defRPr>
            </a:lvl1pPr>
          </a:lstStyle>
          <a:p>
            <a:pPr lvl="0"/>
            <a:r>
              <a:rPr lang="fr-FR" dirty="0"/>
              <a:t>ALL IN ACADEMY</a:t>
            </a:r>
          </a:p>
        </p:txBody>
      </p:sp>
    </p:spTree>
    <p:extLst>
      <p:ext uri="{BB962C8B-B14F-4D97-AF65-F5344CB8AC3E}">
        <p14:creationId xmlns:p14="http://schemas.microsoft.com/office/powerpoint/2010/main" val="203209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Contac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43EF2C-7367-E7BC-BCCF-0614269C8550}"/>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9A149F1E-5895-7B82-CAC1-F3400FF73775}"/>
              </a:ext>
            </a:extLst>
          </p:cNvPr>
          <p:cNvPicPr>
            <a:picLocks noChangeAspect="1"/>
          </p:cNvPicPr>
          <p:nvPr userDrawn="1"/>
        </p:nvPicPr>
        <p:blipFill>
          <a:blip r:embed="rId2">
            <a:alphaModFix amt="10000"/>
            <a:extLst>
              <a:ext uri="{28A0092B-C50C-407E-A947-70E740481C1C}">
                <a14:useLocalDpi xmlns:a14="http://schemas.microsoft.com/office/drawing/2010/main"/>
              </a:ext>
            </a:extLst>
          </a:blip>
          <a:stretch>
            <a:fillRect/>
          </a:stretch>
        </p:blipFill>
        <p:spPr>
          <a:xfrm>
            <a:off x="-866693" y="-2785547"/>
            <a:ext cx="13260368" cy="13260368"/>
          </a:xfrm>
          <a:prstGeom prst="rect">
            <a:avLst/>
          </a:prstGeom>
        </p:spPr>
      </p:pic>
      <p:sp>
        <p:nvSpPr>
          <p:cNvPr id="6" name="Title 1">
            <a:extLst>
              <a:ext uri="{FF2B5EF4-FFF2-40B4-BE49-F238E27FC236}">
                <a16:creationId xmlns:a16="http://schemas.microsoft.com/office/drawing/2014/main" id="{93357B05-0FF3-7CA6-3B0D-F9DFC760074A}"/>
              </a:ext>
            </a:extLst>
          </p:cNvPr>
          <p:cNvSpPr txBox="1">
            <a:spLocks/>
          </p:cNvSpPr>
          <p:nvPr userDrawn="1"/>
        </p:nvSpPr>
        <p:spPr>
          <a:xfrm>
            <a:off x="2807794" y="1423080"/>
            <a:ext cx="5911392" cy="4939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spc="300">
                <a:solidFill>
                  <a:schemeClr val="bg1"/>
                </a:solidFill>
                <a:latin typeface="+mj-lt"/>
                <a:ea typeface="+mj-ea"/>
                <a:cs typeface="+mj-cs"/>
              </a:defRPr>
            </a:lvl1pPr>
          </a:lstStyle>
          <a:p>
            <a:r>
              <a:rPr lang="fr-FR" sz="1800" dirty="0">
                <a:latin typeface="+mn-lt"/>
              </a:rPr>
              <a:t>PRIVILÉGIÉS</a:t>
            </a:r>
            <a:endParaRPr lang="en-US" sz="1800" dirty="0">
              <a:latin typeface="+mn-lt"/>
            </a:endParaRPr>
          </a:p>
        </p:txBody>
      </p:sp>
      <p:sp>
        <p:nvSpPr>
          <p:cNvPr id="12" name="Title 1">
            <a:extLst>
              <a:ext uri="{FF2B5EF4-FFF2-40B4-BE49-F238E27FC236}">
                <a16:creationId xmlns:a16="http://schemas.microsoft.com/office/drawing/2014/main" id="{DF3A6DD6-D1CF-8288-A898-7D26EC075E6A}"/>
              </a:ext>
            </a:extLst>
          </p:cNvPr>
          <p:cNvSpPr txBox="1">
            <a:spLocks/>
          </p:cNvSpPr>
          <p:nvPr userDrawn="1"/>
        </p:nvSpPr>
        <p:spPr>
          <a:xfrm>
            <a:off x="3813330" y="938689"/>
            <a:ext cx="3900321" cy="584226"/>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1200" kern="1200" spc="300">
                <a:solidFill>
                  <a:schemeClr val="bg1"/>
                </a:solidFill>
                <a:latin typeface="+mj-lt"/>
                <a:ea typeface="+mj-ea"/>
                <a:cs typeface="+mj-cs"/>
              </a:defRPr>
            </a:lvl1pPr>
          </a:lstStyle>
          <a:p>
            <a:pPr algn="ctr"/>
            <a:r>
              <a:rPr lang="fr-FR" sz="3600" dirty="0"/>
              <a:t>CONTACTS</a:t>
            </a:r>
            <a:endParaRPr lang="en-US" dirty="0"/>
          </a:p>
        </p:txBody>
      </p:sp>
      <p:sp>
        <p:nvSpPr>
          <p:cNvPr id="14" name="Espace réservé pour une image  15">
            <a:extLst>
              <a:ext uri="{FF2B5EF4-FFF2-40B4-BE49-F238E27FC236}">
                <a16:creationId xmlns:a16="http://schemas.microsoft.com/office/drawing/2014/main" id="{6AFFA65E-62A2-B78B-FCA6-1731FFA3005F}"/>
              </a:ext>
            </a:extLst>
          </p:cNvPr>
          <p:cNvSpPr>
            <a:spLocks noGrp="1"/>
          </p:cNvSpPr>
          <p:nvPr>
            <p:ph type="pic" sz="quarter" idx="23" hasCustomPrompt="1"/>
          </p:nvPr>
        </p:nvSpPr>
        <p:spPr>
          <a:xfrm>
            <a:off x="3252376" y="2782119"/>
            <a:ext cx="1633538" cy="1633538"/>
          </a:xfrm>
          <a:prstGeom prst="ellipse">
            <a:avLst/>
          </a:prstGeom>
        </p:spPr>
        <p:txBody>
          <a:bodyPr anchor="ctr">
            <a:noAutofit/>
          </a:bodyPr>
          <a:lstStyle>
            <a:lvl1pPr marL="0" indent="0" algn="ctr">
              <a:buNone/>
              <a:defRPr sz="1200">
                <a:solidFill>
                  <a:schemeClr val="bg1"/>
                </a:solidFill>
              </a:defRPr>
            </a:lvl1pPr>
          </a:lstStyle>
          <a:p>
            <a:r>
              <a:rPr lang="fr-FR" dirty="0"/>
              <a:t>Insérez photo commercial</a:t>
            </a:r>
          </a:p>
        </p:txBody>
      </p:sp>
      <p:sp>
        <p:nvSpPr>
          <p:cNvPr id="17" name="Espace réservé pour une image  28">
            <a:extLst>
              <a:ext uri="{FF2B5EF4-FFF2-40B4-BE49-F238E27FC236}">
                <a16:creationId xmlns:a16="http://schemas.microsoft.com/office/drawing/2014/main" id="{B2B23930-462F-42A6-BD69-47FE6D5E3FC4}"/>
              </a:ext>
            </a:extLst>
          </p:cNvPr>
          <p:cNvSpPr>
            <a:spLocks noGrp="1"/>
          </p:cNvSpPr>
          <p:nvPr>
            <p:ph type="pic" sz="quarter" idx="22" hasCustomPrompt="1"/>
          </p:nvPr>
        </p:nvSpPr>
        <p:spPr>
          <a:xfrm>
            <a:off x="9910664" y="767381"/>
            <a:ext cx="1422367" cy="1816793"/>
          </a:xfrm>
        </p:spPr>
        <p:txBody>
          <a:bodyPr anchor="ctr">
            <a:normAutofit/>
          </a:bodyPr>
          <a:lstStyle>
            <a:lvl1pPr marL="0" indent="0" algn="ctr">
              <a:buNone/>
              <a:defRPr sz="1600">
                <a:solidFill>
                  <a:schemeClr val="bg1"/>
                </a:solidFill>
              </a:defRPr>
            </a:lvl1pPr>
          </a:lstStyle>
          <a:p>
            <a:r>
              <a:rPr lang="fr-FR" dirty="0"/>
              <a:t>Insérer logo</a:t>
            </a:r>
          </a:p>
        </p:txBody>
      </p:sp>
      <p:cxnSp>
        <p:nvCxnSpPr>
          <p:cNvPr id="18" name="Connecteur droit 17">
            <a:extLst>
              <a:ext uri="{FF2B5EF4-FFF2-40B4-BE49-F238E27FC236}">
                <a16:creationId xmlns:a16="http://schemas.microsoft.com/office/drawing/2014/main" id="{87DED8D1-C87F-0CA2-B61B-183CE177314B}"/>
              </a:ext>
            </a:extLst>
          </p:cNvPr>
          <p:cNvCxnSpPr>
            <a:cxnSpLocks/>
          </p:cNvCxnSpPr>
          <p:nvPr userDrawn="1"/>
        </p:nvCxnSpPr>
        <p:spPr>
          <a:xfrm>
            <a:off x="5191631" y="1948533"/>
            <a:ext cx="1084083"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3" name="Espace réservé du texte 2">
            <a:extLst>
              <a:ext uri="{FF2B5EF4-FFF2-40B4-BE49-F238E27FC236}">
                <a16:creationId xmlns:a16="http://schemas.microsoft.com/office/drawing/2014/main" id="{5B7AF977-F5E6-B9EB-D01F-0F5B10B937C1}"/>
              </a:ext>
            </a:extLst>
          </p:cNvPr>
          <p:cNvSpPr>
            <a:spLocks noGrp="1"/>
          </p:cNvSpPr>
          <p:nvPr>
            <p:ph type="body" sz="quarter" idx="24" hasCustomPrompt="1"/>
          </p:nvPr>
        </p:nvSpPr>
        <p:spPr>
          <a:xfrm>
            <a:off x="5463071" y="2945995"/>
            <a:ext cx="4181475" cy="313300"/>
          </a:xfrm>
        </p:spPr>
        <p:txBody>
          <a:bodyPr>
            <a:normAutofit/>
          </a:bodyPr>
          <a:lstStyle>
            <a:lvl1pPr marL="0" indent="0">
              <a:buNone/>
              <a:defRPr sz="1600">
                <a:solidFill>
                  <a:schemeClr val="bg2"/>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dirty="0"/>
              <a:t>Prénom NOM</a:t>
            </a:r>
          </a:p>
        </p:txBody>
      </p:sp>
      <p:sp>
        <p:nvSpPr>
          <p:cNvPr id="7" name="Espace réservé du texte 2">
            <a:extLst>
              <a:ext uri="{FF2B5EF4-FFF2-40B4-BE49-F238E27FC236}">
                <a16:creationId xmlns:a16="http://schemas.microsoft.com/office/drawing/2014/main" id="{94391211-CA11-74E2-7548-6E2BC6F237C1}"/>
              </a:ext>
            </a:extLst>
          </p:cNvPr>
          <p:cNvSpPr>
            <a:spLocks noGrp="1"/>
          </p:cNvSpPr>
          <p:nvPr>
            <p:ph type="body" sz="quarter" idx="25" hasCustomPrompt="1"/>
          </p:nvPr>
        </p:nvSpPr>
        <p:spPr>
          <a:xfrm>
            <a:off x="5463070" y="3340146"/>
            <a:ext cx="4181475" cy="313300"/>
          </a:xfrm>
        </p:spPr>
        <p:txBody>
          <a:bodyPr>
            <a:normAutofit/>
          </a:bodyPr>
          <a:lstStyle>
            <a:lvl1pPr marL="0" indent="0">
              <a:buNone/>
              <a:defRPr sz="1400">
                <a:solidFill>
                  <a:schemeClr val="bg2"/>
                </a:solidFill>
                <a:latin typeface="+mn-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dirty="0"/>
              <a:t>Intitulé de poste</a:t>
            </a:r>
          </a:p>
        </p:txBody>
      </p:sp>
      <p:sp>
        <p:nvSpPr>
          <p:cNvPr id="8" name="Espace réservé du texte 2">
            <a:extLst>
              <a:ext uri="{FF2B5EF4-FFF2-40B4-BE49-F238E27FC236}">
                <a16:creationId xmlns:a16="http://schemas.microsoft.com/office/drawing/2014/main" id="{EFEBA332-20AA-CE11-7784-2E6E9DA0AD5C}"/>
              </a:ext>
            </a:extLst>
          </p:cNvPr>
          <p:cNvSpPr>
            <a:spLocks noGrp="1"/>
          </p:cNvSpPr>
          <p:nvPr>
            <p:ph type="body" sz="quarter" idx="26" hasCustomPrompt="1"/>
          </p:nvPr>
        </p:nvSpPr>
        <p:spPr>
          <a:xfrm>
            <a:off x="5463069" y="3735539"/>
            <a:ext cx="4181475" cy="313300"/>
          </a:xfrm>
        </p:spPr>
        <p:txBody>
          <a:bodyPr>
            <a:normAutofit/>
          </a:bodyPr>
          <a:lstStyle>
            <a:lvl1pPr marL="0" indent="0">
              <a:buNone/>
              <a:defRPr sz="1400">
                <a:solidFill>
                  <a:schemeClr val="bg2"/>
                </a:solidFill>
                <a:latin typeface="+mn-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dirty="0"/>
              <a:t>+33 (0)6 00 00 00 00</a:t>
            </a:r>
          </a:p>
        </p:txBody>
      </p:sp>
      <p:sp>
        <p:nvSpPr>
          <p:cNvPr id="10" name="Espace réservé du texte 2">
            <a:extLst>
              <a:ext uri="{FF2B5EF4-FFF2-40B4-BE49-F238E27FC236}">
                <a16:creationId xmlns:a16="http://schemas.microsoft.com/office/drawing/2014/main" id="{0FDB1221-787C-8BB5-7A58-6E54CE3D9C85}"/>
              </a:ext>
            </a:extLst>
          </p:cNvPr>
          <p:cNvSpPr>
            <a:spLocks noGrp="1"/>
          </p:cNvSpPr>
          <p:nvPr>
            <p:ph type="body" sz="quarter" idx="27" hasCustomPrompt="1"/>
          </p:nvPr>
        </p:nvSpPr>
        <p:spPr>
          <a:xfrm>
            <a:off x="5463068" y="4158705"/>
            <a:ext cx="4181475" cy="313300"/>
          </a:xfrm>
        </p:spPr>
        <p:txBody>
          <a:bodyPr>
            <a:normAutofit/>
          </a:bodyPr>
          <a:lstStyle>
            <a:lvl1pPr marL="0" indent="0">
              <a:buNone/>
              <a:defRPr sz="1400">
                <a:solidFill>
                  <a:schemeClr val="bg2"/>
                </a:solidFill>
                <a:latin typeface="+mn-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dirty="0" err="1"/>
              <a:t>mail@mail</a:t>
            </a:r>
            <a:endParaRPr lang="fr-FR" dirty="0"/>
          </a:p>
        </p:txBody>
      </p:sp>
    </p:spTree>
    <p:extLst>
      <p:ext uri="{BB962C8B-B14F-4D97-AF65-F5344CB8AC3E}">
        <p14:creationId xmlns:p14="http://schemas.microsoft.com/office/powerpoint/2010/main" val="362821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D6241E17-EBB5-1B8E-DCA2-E7F5BE679A60}"/>
              </a:ext>
            </a:extLst>
          </p:cNvPr>
          <p:cNvGrpSpPr/>
          <p:nvPr/>
        </p:nvGrpSpPr>
        <p:grpSpPr>
          <a:xfrm>
            <a:off x="-20145" y="0"/>
            <a:ext cx="12218391" cy="6847916"/>
            <a:chOff x="-20145" y="0"/>
            <a:chExt cx="12218391" cy="6847916"/>
          </a:xfrm>
        </p:grpSpPr>
        <p:sp>
          <p:nvSpPr>
            <p:cNvPr id="10" name="Rectangle 9">
              <a:extLst>
                <a:ext uri="{FF2B5EF4-FFF2-40B4-BE49-F238E27FC236}">
                  <a16:creationId xmlns:a16="http://schemas.microsoft.com/office/drawing/2014/main" id="{12A01EB8-8FEF-BAE0-74DB-E8E69219145B}"/>
                </a:ext>
              </a:extLst>
            </p:cNvPr>
            <p:cNvSpPr/>
            <p:nvPr/>
          </p:nvSpPr>
          <p:spPr>
            <a:xfrm>
              <a:off x="0" y="0"/>
              <a:ext cx="12192000"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sp>
          <p:nvSpPr>
            <p:cNvPr id="11" name="Rectangle 10">
              <a:extLst>
                <a:ext uri="{FF2B5EF4-FFF2-40B4-BE49-F238E27FC236}">
                  <a16:creationId xmlns:a16="http://schemas.microsoft.com/office/drawing/2014/main" id="{CDB07897-8ADE-4A71-CA74-F99A01152FB4}"/>
                </a:ext>
              </a:extLst>
            </p:cNvPr>
            <p:cNvSpPr/>
            <p:nvPr/>
          </p:nvSpPr>
          <p:spPr>
            <a:xfrm>
              <a:off x="-1" y="6384086"/>
              <a:ext cx="12192000"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sp>
          <p:nvSpPr>
            <p:cNvPr id="12" name="Rectangle 11">
              <a:extLst>
                <a:ext uri="{FF2B5EF4-FFF2-40B4-BE49-F238E27FC236}">
                  <a16:creationId xmlns:a16="http://schemas.microsoft.com/office/drawing/2014/main" id="{CAFB4936-69C1-4D6C-FC08-20C9843F5C8B}"/>
                </a:ext>
              </a:extLst>
            </p:cNvPr>
            <p:cNvSpPr/>
            <p:nvPr/>
          </p:nvSpPr>
          <p:spPr>
            <a:xfrm rot="5400000">
              <a:off x="8542373" y="3192043"/>
              <a:ext cx="6847916"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sp>
          <p:nvSpPr>
            <p:cNvPr id="13" name="Rectangle 12">
              <a:extLst>
                <a:ext uri="{FF2B5EF4-FFF2-40B4-BE49-F238E27FC236}">
                  <a16:creationId xmlns:a16="http://schemas.microsoft.com/office/drawing/2014/main" id="{D25F766B-A287-B419-8261-2060E54E2261}"/>
                </a:ext>
              </a:extLst>
            </p:cNvPr>
            <p:cNvSpPr/>
            <p:nvPr/>
          </p:nvSpPr>
          <p:spPr>
            <a:xfrm rot="5400000">
              <a:off x="-3207146" y="3197085"/>
              <a:ext cx="6837832"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grpSp>
      <p:pic>
        <p:nvPicPr>
          <p:cNvPr id="9" name="Image 8">
            <a:extLst>
              <a:ext uri="{FF2B5EF4-FFF2-40B4-BE49-F238E27FC236}">
                <a16:creationId xmlns:a16="http://schemas.microsoft.com/office/drawing/2014/main" id="{3DF8FEB0-85B4-0E85-90F1-D5DCADCB96C4}"/>
              </a:ext>
            </a:extLst>
          </p:cNvPr>
          <p:cNvPicPr>
            <a:picLocks noGrp="1" noRot="1" noChangeAspect="1" noMove="1" noResize="1" noEditPoints="1" noAdjustHandles="1" noChangeArrowheads="1" noChangeShapeType="1" noCrop="1"/>
          </p:cNvPicPr>
          <p:nvPr/>
        </p:nvPicPr>
        <p:blipFill>
          <a:blip r:embed="rId19">
            <a:alphaModFix amt="29000"/>
            <a:extLst>
              <a:ext uri="{28A0092B-C50C-407E-A947-70E740481C1C}">
                <a14:useLocalDpi xmlns:a14="http://schemas.microsoft.com/office/drawing/2010/main"/>
              </a:ext>
            </a:extLst>
          </a:blip>
          <a:stretch>
            <a:fillRect/>
          </a:stretch>
        </p:blipFill>
        <p:spPr>
          <a:xfrm>
            <a:off x="-2517648" y="-4377304"/>
            <a:ext cx="17227295" cy="17227295"/>
          </a:xfrm>
          <a:prstGeom prst="rect">
            <a:avLst/>
          </a:prstGeom>
        </p:spPr>
      </p:pic>
      <p:sp>
        <p:nvSpPr>
          <p:cNvPr id="2" name="Title Placeholder 1"/>
          <p:cNvSpPr>
            <a:spLocks noGrp="1"/>
          </p:cNvSpPr>
          <p:nvPr>
            <p:ph type="title"/>
          </p:nvPr>
        </p:nvSpPr>
        <p:spPr>
          <a:xfrm>
            <a:off x="838200" y="900494"/>
            <a:ext cx="10515600" cy="1009650"/>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2192629"/>
            <a:ext cx="10515600" cy="388123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4"/>
          </p:nvPr>
        </p:nvSpPr>
        <p:spPr>
          <a:xfrm>
            <a:off x="8997462" y="6510528"/>
            <a:ext cx="2743200" cy="210947"/>
          </a:xfrm>
          <a:prstGeom prst="rect">
            <a:avLst/>
          </a:prstGeom>
        </p:spPr>
        <p:txBody>
          <a:bodyPr vert="horz" lIns="91440" tIns="45720" rIns="91440" bIns="45720" rtlCol="0" anchor="ctr"/>
          <a:lstStyle>
            <a:lvl1pPr algn="r">
              <a:defRPr sz="1200">
                <a:solidFill>
                  <a:schemeClr val="bg1"/>
                </a:solidFill>
              </a:defRPr>
            </a:lvl1pPr>
          </a:lstStyle>
          <a:p>
            <a:fld id="{2B9AAFD1-8584-4E1D-967B-FECB25C5F5AF}" type="slidenum">
              <a:rPr lang="fr-FR" smtClean="0"/>
              <a:pPr/>
              <a:t>‹N°›</a:t>
            </a:fld>
            <a:endParaRPr lang="fr-FR" dirty="0"/>
          </a:p>
        </p:txBody>
      </p:sp>
      <p:grpSp>
        <p:nvGrpSpPr>
          <p:cNvPr id="4" name="Groupe 3">
            <a:extLst>
              <a:ext uri="{FF2B5EF4-FFF2-40B4-BE49-F238E27FC236}">
                <a16:creationId xmlns:a16="http://schemas.microsoft.com/office/drawing/2014/main" id="{7BAD2F00-C294-DC58-5A5C-79EBA885B5AE}"/>
              </a:ext>
            </a:extLst>
          </p:cNvPr>
          <p:cNvGrpSpPr/>
          <p:nvPr userDrawn="1"/>
        </p:nvGrpSpPr>
        <p:grpSpPr>
          <a:xfrm>
            <a:off x="-20145" y="0"/>
            <a:ext cx="12218391" cy="6847916"/>
            <a:chOff x="-20145" y="0"/>
            <a:chExt cx="12218391" cy="6847916"/>
          </a:xfrm>
        </p:grpSpPr>
        <p:sp>
          <p:nvSpPr>
            <p:cNvPr id="5" name="Rectangle 4">
              <a:extLst>
                <a:ext uri="{FF2B5EF4-FFF2-40B4-BE49-F238E27FC236}">
                  <a16:creationId xmlns:a16="http://schemas.microsoft.com/office/drawing/2014/main" id="{CADEC0B6-4490-436A-C113-73C635CACB4A}"/>
                </a:ext>
              </a:extLst>
            </p:cNvPr>
            <p:cNvSpPr/>
            <p:nvPr userDrawn="1"/>
          </p:nvSpPr>
          <p:spPr>
            <a:xfrm>
              <a:off x="0" y="0"/>
              <a:ext cx="12192000"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sp>
          <p:nvSpPr>
            <p:cNvPr id="7" name="Rectangle 6">
              <a:extLst>
                <a:ext uri="{FF2B5EF4-FFF2-40B4-BE49-F238E27FC236}">
                  <a16:creationId xmlns:a16="http://schemas.microsoft.com/office/drawing/2014/main" id="{20249CE4-B200-E997-32B6-4433B95A244F}"/>
                </a:ext>
              </a:extLst>
            </p:cNvPr>
            <p:cNvSpPr/>
            <p:nvPr userDrawn="1"/>
          </p:nvSpPr>
          <p:spPr>
            <a:xfrm>
              <a:off x="-1" y="6384086"/>
              <a:ext cx="12192000"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sp>
          <p:nvSpPr>
            <p:cNvPr id="8" name="Rectangle 7">
              <a:extLst>
                <a:ext uri="{FF2B5EF4-FFF2-40B4-BE49-F238E27FC236}">
                  <a16:creationId xmlns:a16="http://schemas.microsoft.com/office/drawing/2014/main" id="{36E68969-BF9E-8E3A-7381-49F493987BFD}"/>
                </a:ext>
              </a:extLst>
            </p:cNvPr>
            <p:cNvSpPr/>
            <p:nvPr userDrawn="1"/>
          </p:nvSpPr>
          <p:spPr>
            <a:xfrm rot="5400000">
              <a:off x="8542373" y="3192043"/>
              <a:ext cx="6847916"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sp>
          <p:nvSpPr>
            <p:cNvPr id="15" name="Rectangle 14">
              <a:extLst>
                <a:ext uri="{FF2B5EF4-FFF2-40B4-BE49-F238E27FC236}">
                  <a16:creationId xmlns:a16="http://schemas.microsoft.com/office/drawing/2014/main" id="{15C39CA4-080A-5326-A4F2-7C05F97624CB}"/>
                </a:ext>
              </a:extLst>
            </p:cNvPr>
            <p:cNvSpPr/>
            <p:nvPr userDrawn="1"/>
          </p:nvSpPr>
          <p:spPr>
            <a:xfrm rot="5400000">
              <a:off x="-3207146" y="3197085"/>
              <a:ext cx="6837832" cy="4638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b="1"/>
            </a:p>
          </p:txBody>
        </p:sp>
      </p:grpSp>
      <p:pic>
        <p:nvPicPr>
          <p:cNvPr id="16" name="Image 15">
            <a:extLst>
              <a:ext uri="{FF2B5EF4-FFF2-40B4-BE49-F238E27FC236}">
                <a16:creationId xmlns:a16="http://schemas.microsoft.com/office/drawing/2014/main" id="{56133905-6310-FFAD-DD00-C5492F1E5045}"/>
              </a:ext>
            </a:extLst>
          </p:cNvPr>
          <p:cNvPicPr/>
          <p:nvPr userDrawn="1"/>
        </p:nvPicPr>
        <p:blipFill>
          <a:blip r:embed="rId19">
            <a:alphaModFix amt="29000"/>
            <a:extLst>
              <a:ext uri="{28A0092B-C50C-407E-A947-70E740481C1C}">
                <a14:useLocalDpi xmlns:a14="http://schemas.microsoft.com/office/drawing/2010/main"/>
              </a:ext>
            </a:extLst>
          </a:blip>
          <a:stretch>
            <a:fillRect/>
          </a:stretch>
        </p:blipFill>
        <p:spPr>
          <a:xfrm>
            <a:off x="-2517648" y="-4377304"/>
            <a:ext cx="17227295" cy="17227295"/>
          </a:xfrm>
          <a:prstGeom prst="rect">
            <a:avLst/>
          </a:prstGeom>
        </p:spPr>
      </p:pic>
    </p:spTree>
    <p:extLst>
      <p:ext uri="{BB962C8B-B14F-4D97-AF65-F5344CB8AC3E}">
        <p14:creationId xmlns:p14="http://schemas.microsoft.com/office/powerpoint/2010/main" val="48627763"/>
      </p:ext>
    </p:extLst>
  </p:cSld>
  <p:clrMap bg1="lt1" tx1="dk1" bg2="lt2" tx2="dk2" accent1="accent1" accent2="accent2" accent3="accent3" accent4="accent4" accent5="accent5" accent6="accent6" hlink="hlink" folHlink="folHlink"/>
  <p:sldLayoutIdLst>
    <p:sldLayoutId id="2147483680" r:id="rId1"/>
    <p:sldLayoutId id="2147483684" r:id="rId2"/>
    <p:sldLayoutId id="2147483685" r:id="rId3"/>
    <p:sldLayoutId id="2147483679" r:id="rId4"/>
    <p:sldLayoutId id="2147483674" r:id="rId5"/>
    <p:sldLayoutId id="2147483664" r:id="rId6"/>
    <p:sldLayoutId id="2147483672" r:id="rId7"/>
    <p:sldLayoutId id="2147483673" r:id="rId8"/>
    <p:sldLayoutId id="2147483665" r:id="rId9"/>
    <p:sldLayoutId id="2147483681" r:id="rId10"/>
    <p:sldLayoutId id="2147483677" r:id="rId11"/>
    <p:sldLayoutId id="2147483663" r:id="rId12"/>
    <p:sldLayoutId id="2147483683" r:id="rId13"/>
    <p:sldLayoutId id="2147483662" r:id="rId14"/>
    <p:sldLayoutId id="2147483676" r:id="rId15"/>
    <p:sldLayoutId id="2147483682" r:id="rId16"/>
    <p:sldLayoutId id="2147483675" r:id="rId17"/>
  </p:sldLayoutIdLst>
  <p:txStyles>
    <p:titleStyle>
      <a:lvl1pPr algn="l" defTabSz="914400" rtl="0" eaLnBrk="1" latinLnBrk="0" hangingPunct="1">
        <a:lnSpc>
          <a:spcPct val="90000"/>
        </a:lnSpc>
        <a:spcBef>
          <a:spcPct val="0"/>
        </a:spcBef>
        <a:buNone/>
        <a:defRPr sz="4400" kern="1200" spc="3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1.jpe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1.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00279E7-F8FD-3E34-7CD9-FC02D74ED47F}"/>
              </a:ext>
            </a:extLst>
          </p:cNvPr>
          <p:cNvSpPr/>
          <p:nvPr/>
        </p:nvSpPr>
        <p:spPr>
          <a:xfrm>
            <a:off x="8237577" y="4473867"/>
            <a:ext cx="2472848" cy="156332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aphicFrame>
        <p:nvGraphicFramePr>
          <p:cNvPr id="5" name="Tableau 4">
            <a:extLst>
              <a:ext uri="{FF2B5EF4-FFF2-40B4-BE49-F238E27FC236}">
                <a16:creationId xmlns:a16="http://schemas.microsoft.com/office/drawing/2014/main" id="{3B3DD50C-7361-09A4-AE46-4E047103685B}"/>
              </a:ext>
            </a:extLst>
          </p:cNvPr>
          <p:cNvGraphicFramePr>
            <a:graphicFrameLocks noGrp="1"/>
          </p:cNvGraphicFramePr>
          <p:nvPr/>
        </p:nvGraphicFramePr>
        <p:xfrm>
          <a:off x="5608963" y="3337560"/>
          <a:ext cx="974074" cy="182880"/>
        </p:xfrm>
        <a:graphic>
          <a:graphicData uri="http://schemas.openxmlformats.org/drawingml/2006/table">
            <a:tbl>
              <a:tblPr bandRow="1">
                <a:tableStyleId>{5C22544A-7EE6-4342-B048-85BDC9FD1C3A}</a:tableStyleId>
              </a:tblPr>
              <a:tblGrid>
                <a:gridCol w="974074">
                  <a:extLst>
                    <a:ext uri="{9D8B030D-6E8A-4147-A177-3AD203B41FA5}">
                      <a16:colId xmlns:a16="http://schemas.microsoft.com/office/drawing/2014/main" val="1873842695"/>
                    </a:ext>
                  </a:extLst>
                </a:gridCol>
              </a:tblGrid>
              <a:tr h="0">
                <a:tc>
                  <a:txBody>
                    <a:bodyPr/>
                    <a:lstStyle/>
                    <a:p>
                      <a:pPr fontAlgn="base"/>
                      <a:endParaRPr lang="fr-FR" sz="1200">
                        <a:effectLst/>
                        <a:latin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4151176844"/>
                  </a:ext>
                </a:extLst>
              </a:tr>
            </a:tbl>
          </a:graphicData>
        </a:graphic>
      </p:graphicFrame>
      <p:pic>
        <p:nvPicPr>
          <p:cNvPr id="4" name="Espace réservé pour une image  8">
            <a:extLst>
              <a:ext uri="{FF2B5EF4-FFF2-40B4-BE49-F238E27FC236}">
                <a16:creationId xmlns:a16="http://schemas.microsoft.com/office/drawing/2014/main" id="{EF2E3A54-DCEC-FF49-32B9-19243D5A74E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
        <p:nvSpPr>
          <p:cNvPr id="9" name="Rectangle 8">
            <a:extLst>
              <a:ext uri="{FF2B5EF4-FFF2-40B4-BE49-F238E27FC236}">
                <a16:creationId xmlns:a16="http://schemas.microsoft.com/office/drawing/2014/main" id="{771A7EF7-1FB0-F449-EB11-951E7F085B0E}"/>
              </a:ext>
            </a:extLst>
          </p:cNvPr>
          <p:cNvSpPr/>
          <p:nvPr/>
        </p:nvSpPr>
        <p:spPr>
          <a:xfrm rot="16200000">
            <a:off x="6379029" y="1047607"/>
            <a:ext cx="182880" cy="11582400"/>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itre 2">
            <a:extLst>
              <a:ext uri="{FF2B5EF4-FFF2-40B4-BE49-F238E27FC236}">
                <a16:creationId xmlns:a16="http://schemas.microsoft.com/office/drawing/2014/main" id="{EE1FBDCE-68B8-11A4-DA7C-F87AF51EB3C8}"/>
              </a:ext>
            </a:extLst>
          </p:cNvPr>
          <p:cNvSpPr>
            <a:spLocks noGrp="1"/>
          </p:cNvSpPr>
          <p:nvPr>
            <p:ph type="title" idx="4294967295"/>
          </p:nvPr>
        </p:nvSpPr>
        <p:spPr>
          <a:xfrm>
            <a:off x="6960278" y="1879299"/>
            <a:ext cx="4496806" cy="2803525"/>
          </a:xfrm>
        </p:spPr>
        <p:txBody>
          <a:bodyPr>
            <a:normAutofit/>
          </a:bodyPr>
          <a:lstStyle/>
          <a:p>
            <a:pPr>
              <a:lnSpc>
                <a:spcPts val="3500"/>
              </a:lnSpc>
            </a:pPr>
            <a:r>
              <a:rPr lang="fr-FR" sz="4000" dirty="0">
                <a:solidFill>
                  <a:schemeClr val="bg1"/>
                </a:solidFill>
                <a:latin typeface="Poppins" panose="00000500000000000000" pitchFamily="2" charset="0"/>
                <a:cs typeface="Poppins" panose="00000500000000000000" pitchFamily="2" charset="0"/>
              </a:rPr>
              <a:t>VOTRE </a:t>
            </a:r>
            <a:br>
              <a:rPr lang="fr-FR" sz="4000" dirty="0">
                <a:solidFill>
                  <a:schemeClr val="bg1"/>
                </a:solidFill>
                <a:latin typeface="Poppins" panose="00000500000000000000" pitchFamily="2" charset="0"/>
                <a:cs typeface="Poppins" panose="00000500000000000000" pitchFamily="2" charset="0"/>
              </a:rPr>
            </a:br>
            <a:r>
              <a:rPr lang="fr-FR" sz="4000" dirty="0">
                <a:solidFill>
                  <a:schemeClr val="bg1"/>
                </a:solidFill>
                <a:latin typeface="Poppins" panose="00000500000000000000" pitchFamily="2" charset="0"/>
                <a:cs typeface="Poppins" panose="00000500000000000000" pitchFamily="2" charset="0"/>
              </a:rPr>
              <a:t>EXPERIENCE</a:t>
            </a:r>
            <a:br>
              <a:rPr lang="fr-FR" sz="4000" dirty="0">
                <a:latin typeface="Poppins" panose="00000500000000000000" pitchFamily="2" charset="0"/>
                <a:cs typeface="Poppins" panose="00000500000000000000" pitchFamily="2" charset="0"/>
              </a:rPr>
            </a:br>
            <a:r>
              <a:rPr lang="fr-FR" sz="4000" b="1" dirty="0">
                <a:solidFill>
                  <a:srgbClr val="F4BF88"/>
                </a:solidFill>
                <a:latin typeface="Poppins" panose="00000500000000000000" pitchFamily="2" charset="0"/>
                <a:cs typeface="Poppins" panose="00000500000000000000" pitchFamily="2" charset="0"/>
              </a:rPr>
              <a:t>ALL IN’CLUSIVE </a:t>
            </a:r>
          </a:p>
        </p:txBody>
      </p:sp>
      <p:sp>
        <p:nvSpPr>
          <p:cNvPr id="10" name="Rectangle 9">
            <a:extLst>
              <a:ext uri="{FF2B5EF4-FFF2-40B4-BE49-F238E27FC236}">
                <a16:creationId xmlns:a16="http://schemas.microsoft.com/office/drawing/2014/main" id="{8D6D8A0B-A3EC-BB53-8C8E-317ED6FC5648}"/>
              </a:ext>
            </a:extLst>
          </p:cNvPr>
          <p:cNvSpPr/>
          <p:nvPr/>
        </p:nvSpPr>
        <p:spPr>
          <a:xfrm rot="16200000">
            <a:off x="9127607" y="1843957"/>
            <a:ext cx="73587" cy="4239198"/>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55" name="Image 54" descr="Une image contenant habits, homme, personne, Équipement de scène&#10;&#10;Le contenu généré par l’IA peut être incorrect.">
            <a:extLst>
              <a:ext uri="{FF2B5EF4-FFF2-40B4-BE49-F238E27FC236}">
                <a16:creationId xmlns:a16="http://schemas.microsoft.com/office/drawing/2014/main" id="{F1465F1C-FF3C-E96B-4DCB-0F047D4D76C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225626" y="-402221"/>
            <a:ext cx="8970380" cy="7662441"/>
          </a:xfrm>
          <a:custGeom>
            <a:avLst/>
            <a:gdLst>
              <a:gd name="connsiteX0" fmla="*/ 0 w 8970380"/>
              <a:gd name="connsiteY0" fmla="*/ 0 h 7662441"/>
              <a:gd name="connsiteX1" fmla="*/ 7054770 w 8970380"/>
              <a:gd name="connsiteY1" fmla="*/ 0 h 7662441"/>
              <a:gd name="connsiteX2" fmla="*/ 8970380 w 8970380"/>
              <a:gd name="connsiteY2" fmla="*/ 7662441 h 7662441"/>
              <a:gd name="connsiteX3" fmla="*/ 1915610 w 8970380"/>
              <a:gd name="connsiteY3" fmla="*/ 7662441 h 7662441"/>
            </a:gdLst>
            <a:ahLst/>
            <a:cxnLst>
              <a:cxn ang="0">
                <a:pos x="connsiteX0" y="connsiteY0"/>
              </a:cxn>
              <a:cxn ang="0">
                <a:pos x="connsiteX1" y="connsiteY1"/>
              </a:cxn>
              <a:cxn ang="0">
                <a:pos x="connsiteX2" y="connsiteY2"/>
              </a:cxn>
              <a:cxn ang="0">
                <a:pos x="connsiteX3" y="connsiteY3"/>
              </a:cxn>
            </a:cxnLst>
            <a:rect l="l" t="t" r="r" b="b"/>
            <a:pathLst>
              <a:path w="8970380" h="7662441">
                <a:moveTo>
                  <a:pt x="0" y="0"/>
                </a:moveTo>
                <a:lnTo>
                  <a:pt x="7054770" y="0"/>
                </a:lnTo>
                <a:lnTo>
                  <a:pt x="8970380" y="7662441"/>
                </a:lnTo>
                <a:lnTo>
                  <a:pt x="1915610" y="7662441"/>
                </a:lnTo>
                <a:close/>
              </a:path>
            </a:pathLst>
          </a:custGeom>
        </p:spPr>
      </p:pic>
      <p:pic>
        <p:nvPicPr>
          <p:cNvPr id="1026" name="Picture 2" descr="Solutions bornes gestion d'accueil &amp; optimisation du flux patient | wiis.fr">
            <a:extLst>
              <a:ext uri="{FF2B5EF4-FFF2-40B4-BE49-F238E27FC236}">
                <a16:creationId xmlns:a16="http://schemas.microsoft.com/office/drawing/2014/main" id="{AD5CC88A-B3D6-EF80-5C30-2D80BD4D27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48541" y="4682824"/>
            <a:ext cx="2361883" cy="1272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165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AC2298-80DA-7756-777F-865584F4659B}"/>
            </a:ext>
          </a:extLst>
        </p:cNvPr>
        <p:cNvGrpSpPr/>
        <p:nvPr/>
      </p:nvGrpSpPr>
      <p:grpSpPr>
        <a:xfrm>
          <a:off x="0" y="0"/>
          <a:ext cx="0" cy="0"/>
          <a:chOff x="0" y="0"/>
          <a:chExt cx="0" cy="0"/>
        </a:xfrm>
      </p:grpSpPr>
      <p:sp>
        <p:nvSpPr>
          <p:cNvPr id="18" name="Espace réservé du texte 17">
            <a:extLst>
              <a:ext uri="{FF2B5EF4-FFF2-40B4-BE49-F238E27FC236}">
                <a16:creationId xmlns:a16="http://schemas.microsoft.com/office/drawing/2014/main" id="{FA735E8B-E0E2-71A6-E636-18502A70EE1D}"/>
              </a:ext>
            </a:extLst>
          </p:cNvPr>
          <p:cNvSpPr>
            <a:spLocks noGrp="1"/>
          </p:cNvSpPr>
          <p:nvPr>
            <p:ph type="body" sz="quarter" idx="10"/>
          </p:nvPr>
        </p:nvSpPr>
        <p:spPr/>
        <p:txBody>
          <a:bodyPr/>
          <a:lstStyle/>
          <a:p>
            <a:r>
              <a:rPr lang="fr-FR" dirty="0"/>
              <a:t>15/01/26</a:t>
            </a:r>
          </a:p>
        </p:txBody>
      </p:sp>
      <p:sp>
        <p:nvSpPr>
          <p:cNvPr id="19" name="Espace réservé pour une image  18">
            <a:extLst>
              <a:ext uri="{FF2B5EF4-FFF2-40B4-BE49-F238E27FC236}">
                <a16:creationId xmlns:a16="http://schemas.microsoft.com/office/drawing/2014/main" id="{2AA21327-F0D2-30EE-B4D0-2F2F931BAB01}"/>
              </a:ext>
            </a:extLst>
          </p:cNvPr>
          <p:cNvSpPr>
            <a:spLocks noGrp="1"/>
          </p:cNvSpPr>
          <p:nvPr>
            <p:ph type="pic" sz="quarter" idx="11"/>
          </p:nvPr>
        </p:nvSpPr>
        <p:spPr/>
        <p:txBody>
          <a:bodyPr/>
          <a:lstStyle/>
          <a:p>
            <a:endParaRPr lang="fr-FR"/>
          </a:p>
        </p:txBody>
      </p:sp>
      <p:sp>
        <p:nvSpPr>
          <p:cNvPr id="8" name="Titre 1">
            <a:extLst>
              <a:ext uri="{FF2B5EF4-FFF2-40B4-BE49-F238E27FC236}">
                <a16:creationId xmlns:a16="http://schemas.microsoft.com/office/drawing/2014/main" id="{D661E111-F460-B2D9-0B82-F06A44808A67}"/>
              </a:ext>
            </a:extLst>
          </p:cNvPr>
          <p:cNvSpPr>
            <a:spLocks noGrp="1"/>
          </p:cNvSpPr>
          <p:nvPr>
            <p:ph type="title" idx="4294967295"/>
          </p:nvPr>
        </p:nvSpPr>
        <p:spPr>
          <a:xfrm>
            <a:off x="0" y="466725"/>
            <a:ext cx="4460875" cy="2103438"/>
          </a:xfrm>
        </p:spPr>
        <p:txBody>
          <a:bodyPr/>
          <a:lstStyle/>
          <a:p>
            <a:r>
              <a:rPr lang="fr-FR" sz="4000" dirty="0"/>
              <a:t>EVENEMENT</a:t>
            </a:r>
            <a:br>
              <a:rPr lang="fr-FR" sz="4000" b="1" dirty="0">
                <a:latin typeface="+mn-lt"/>
                <a:cs typeface="Poppins Regular"/>
              </a:rPr>
            </a:br>
            <a:r>
              <a:rPr lang="fr-FR" sz="3200" dirty="0">
                <a:latin typeface="+mn-lt"/>
                <a:cs typeface="Poppins Regular"/>
              </a:rPr>
              <a:t>Date</a:t>
            </a:r>
            <a:endParaRPr lang="fr-FR" dirty="0">
              <a:latin typeface="+mn-lt"/>
              <a:cs typeface="Poppins Regular"/>
            </a:endParaRPr>
          </a:p>
        </p:txBody>
      </p:sp>
      <p:pic>
        <p:nvPicPr>
          <p:cNvPr id="5" name="Image 4" descr="Une image contenant ciel, plein air, nuage, arbre&#10;&#10;Le contenu généré par l’IA peut être incorrect.">
            <a:extLst>
              <a:ext uri="{FF2B5EF4-FFF2-40B4-BE49-F238E27FC236}">
                <a16:creationId xmlns:a16="http://schemas.microsoft.com/office/drawing/2014/main" id="{4B8243EF-563C-9B19-19E8-74FA4DC13790}"/>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17513" y="368300"/>
            <a:ext cx="11356975" cy="4808538"/>
          </a:xfrm>
          <a:custGeom>
            <a:avLst/>
            <a:gdLst>
              <a:gd name="connsiteX0" fmla="*/ 0 w 11356975"/>
              <a:gd name="connsiteY0" fmla="*/ 0 h 4808538"/>
              <a:gd name="connsiteX1" fmla="*/ 11356975 w 11356975"/>
              <a:gd name="connsiteY1" fmla="*/ 0 h 4808538"/>
              <a:gd name="connsiteX2" fmla="*/ 11356975 w 11356975"/>
              <a:gd name="connsiteY2" fmla="*/ 4808538 h 4808538"/>
              <a:gd name="connsiteX3" fmla="*/ 0 w 11356975"/>
              <a:gd name="connsiteY3" fmla="*/ 4808538 h 4808538"/>
            </a:gdLst>
            <a:ahLst/>
            <a:cxnLst>
              <a:cxn ang="0">
                <a:pos x="connsiteX0" y="connsiteY0"/>
              </a:cxn>
              <a:cxn ang="0">
                <a:pos x="connsiteX1" y="connsiteY1"/>
              </a:cxn>
              <a:cxn ang="0">
                <a:pos x="connsiteX2" y="connsiteY2"/>
              </a:cxn>
              <a:cxn ang="0">
                <a:pos x="connsiteX3" y="connsiteY3"/>
              </a:cxn>
            </a:cxnLst>
            <a:rect l="l" t="t" r="r" b="b"/>
            <a:pathLst>
              <a:path w="11356975" h="4808538">
                <a:moveTo>
                  <a:pt x="0" y="0"/>
                </a:moveTo>
                <a:lnTo>
                  <a:pt x="11356975" y="0"/>
                </a:lnTo>
                <a:lnTo>
                  <a:pt x="11356975" y="4808538"/>
                </a:lnTo>
                <a:lnTo>
                  <a:pt x="0" y="4808538"/>
                </a:lnTo>
                <a:close/>
              </a:path>
            </a:pathLst>
          </a:custGeom>
        </p:spPr>
      </p:pic>
      <p:pic>
        <p:nvPicPr>
          <p:cNvPr id="3" name="Espace réservé pour une image  8">
            <a:extLst>
              <a:ext uri="{FF2B5EF4-FFF2-40B4-BE49-F238E27FC236}">
                <a16:creationId xmlns:a16="http://schemas.microsoft.com/office/drawing/2014/main" id="{ABF82C73-59C4-6921-1DCF-2F8460BBAF5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3770051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DEB2B-418A-CA30-3E1D-E9182886AE78}"/>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5556A22C-6981-A80C-1802-8DE56A64A032}"/>
              </a:ext>
            </a:extLst>
          </p:cNvPr>
          <p:cNvSpPr>
            <a:spLocks noGrp="1"/>
          </p:cNvSpPr>
          <p:nvPr>
            <p:ph type="title" idx="4294967295"/>
          </p:nvPr>
        </p:nvSpPr>
        <p:spPr>
          <a:xfrm>
            <a:off x="5588152" y="1928918"/>
            <a:ext cx="10104438" cy="676275"/>
          </a:xfrm>
        </p:spPr>
        <p:txBody>
          <a:bodyPr anchor="t">
            <a:normAutofit/>
          </a:bodyPr>
          <a:lstStyle/>
          <a:p>
            <a:pPr>
              <a:lnSpc>
                <a:spcPts val="3700"/>
              </a:lnSpc>
            </a:pPr>
            <a:r>
              <a:rPr lang="fr-FR" b="1" dirty="0">
                <a:solidFill>
                  <a:schemeClr val="bg1"/>
                </a:solidFill>
              </a:rPr>
              <a:t>PROGRAMME</a:t>
            </a:r>
            <a:endParaRPr lang="fr-FR" b="1" dirty="0">
              <a:solidFill>
                <a:schemeClr val="bg1"/>
              </a:solidFill>
              <a:latin typeface="+mn-lt"/>
            </a:endParaRPr>
          </a:p>
        </p:txBody>
      </p:sp>
      <p:sp>
        <p:nvSpPr>
          <p:cNvPr id="2" name="Rectangle 1">
            <a:extLst>
              <a:ext uri="{FF2B5EF4-FFF2-40B4-BE49-F238E27FC236}">
                <a16:creationId xmlns:a16="http://schemas.microsoft.com/office/drawing/2014/main" id="{B9CAF6AE-9819-3C77-1211-4B7C01889C80}"/>
              </a:ext>
            </a:extLst>
          </p:cNvPr>
          <p:cNvSpPr/>
          <p:nvPr/>
        </p:nvSpPr>
        <p:spPr>
          <a:xfrm rot="16200000">
            <a:off x="7510059" y="521156"/>
            <a:ext cx="79627" cy="3923441"/>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0" name="Image 19" descr="Une image contenant nourriture, repas, Restauration rapide, Cuisine&#10;&#10;Le contenu généré par l’IA peut être incorrect.">
            <a:extLst>
              <a:ext uri="{FF2B5EF4-FFF2-40B4-BE49-F238E27FC236}">
                <a16:creationId xmlns:a16="http://schemas.microsoft.com/office/drawing/2014/main" id="{B6CEFBC3-4779-9627-DF26-B711D2D9C3C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372450" y="1064871"/>
            <a:ext cx="3860800" cy="4728258"/>
          </a:xfrm>
          <a:custGeom>
            <a:avLst/>
            <a:gdLst>
              <a:gd name="connsiteX0" fmla="*/ 0 w 3860800"/>
              <a:gd name="connsiteY0" fmla="*/ 0 h 4728258"/>
              <a:gd name="connsiteX1" fmla="*/ 3860800 w 3860800"/>
              <a:gd name="connsiteY1" fmla="*/ 0 h 4728258"/>
              <a:gd name="connsiteX2" fmla="*/ 3860800 w 3860800"/>
              <a:gd name="connsiteY2" fmla="*/ 4728258 h 4728258"/>
              <a:gd name="connsiteX3" fmla="*/ 0 w 3860800"/>
              <a:gd name="connsiteY3" fmla="*/ 4728258 h 4728258"/>
            </a:gdLst>
            <a:ahLst/>
            <a:cxnLst>
              <a:cxn ang="0">
                <a:pos x="connsiteX0" y="connsiteY0"/>
              </a:cxn>
              <a:cxn ang="0">
                <a:pos x="connsiteX1" y="connsiteY1"/>
              </a:cxn>
              <a:cxn ang="0">
                <a:pos x="connsiteX2" y="connsiteY2"/>
              </a:cxn>
              <a:cxn ang="0">
                <a:pos x="connsiteX3" y="connsiteY3"/>
              </a:cxn>
            </a:cxnLst>
            <a:rect l="l" t="t" r="r" b="b"/>
            <a:pathLst>
              <a:path w="3860800" h="4728258">
                <a:moveTo>
                  <a:pt x="0" y="0"/>
                </a:moveTo>
                <a:lnTo>
                  <a:pt x="3860800" y="0"/>
                </a:lnTo>
                <a:lnTo>
                  <a:pt x="3860800" y="4728258"/>
                </a:lnTo>
                <a:lnTo>
                  <a:pt x="0" y="4728258"/>
                </a:lnTo>
                <a:close/>
              </a:path>
            </a:pathLst>
          </a:custGeom>
        </p:spPr>
      </p:pic>
      <p:sp>
        <p:nvSpPr>
          <p:cNvPr id="6" name="Espace réservé du texte 3">
            <a:extLst>
              <a:ext uri="{FF2B5EF4-FFF2-40B4-BE49-F238E27FC236}">
                <a16:creationId xmlns:a16="http://schemas.microsoft.com/office/drawing/2014/main" id="{4AFDDCC2-AC0D-69C7-C54C-38A87CE6511C}"/>
              </a:ext>
            </a:extLst>
          </p:cNvPr>
          <p:cNvSpPr txBox="1">
            <a:spLocks/>
          </p:cNvSpPr>
          <p:nvPr/>
        </p:nvSpPr>
        <p:spPr>
          <a:xfrm>
            <a:off x="5588152" y="2715690"/>
            <a:ext cx="5484541" cy="3725303"/>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800" b="1" dirty="0">
                <a:solidFill>
                  <a:schemeClr val="bg1"/>
                </a:solidFill>
                <a:latin typeface="Poppins" panose="00000500000000000000" pitchFamily="2" charset="0"/>
                <a:cs typeface="Poppins" panose="00000500000000000000" pitchFamily="2" charset="0"/>
              </a:rPr>
              <a:t>Pour 28 personnes :</a:t>
            </a:r>
            <a:br>
              <a:rPr lang="fr-FR" sz="1800" b="1" dirty="0">
                <a:solidFill>
                  <a:schemeClr val="bg1"/>
                </a:solidFill>
                <a:latin typeface="Poppins" panose="00000500000000000000" pitchFamily="2" charset="0"/>
                <a:cs typeface="Poppins" panose="00000500000000000000" pitchFamily="2" charset="0"/>
              </a:rPr>
            </a:br>
            <a:endParaRPr lang="fr-FR" sz="1800" b="1" dirty="0">
              <a:solidFill>
                <a:schemeClr val="bg1"/>
              </a:solidFill>
              <a:latin typeface="Poppins" panose="00000500000000000000" pitchFamily="2" charset="0"/>
              <a:cs typeface="Poppins" panose="00000500000000000000" pitchFamily="2" charset="0"/>
            </a:endParaRPr>
          </a:p>
          <a:p>
            <a:pPr marL="285750" indent="-285750" algn="l">
              <a:buFont typeface="Arial" panose="020B0604020202020204" pitchFamily="34" charset="0"/>
              <a:buChar char="•"/>
            </a:pPr>
            <a:r>
              <a:rPr lang="fr-FR" sz="1600" dirty="0">
                <a:solidFill>
                  <a:schemeClr val="bg1"/>
                </a:solidFill>
                <a:latin typeface="Poppins" panose="00000500000000000000" pitchFamily="2" charset="0"/>
                <a:cs typeface="Poppins" panose="00000500000000000000" pitchFamily="2" charset="0"/>
              </a:rPr>
              <a:t>8h30 – Arrivée </a:t>
            </a:r>
          </a:p>
          <a:p>
            <a:pPr marL="285750" indent="-285750" algn="l">
              <a:buFont typeface="Arial" panose="020B0604020202020204" pitchFamily="34" charset="0"/>
              <a:buChar char="•"/>
            </a:pPr>
            <a:r>
              <a:rPr lang="fr-FR" sz="1600" dirty="0">
                <a:solidFill>
                  <a:schemeClr val="bg1"/>
                </a:solidFill>
                <a:latin typeface="Poppins" panose="00000500000000000000" pitchFamily="2" charset="0"/>
                <a:cs typeface="Poppins" panose="00000500000000000000" pitchFamily="2" charset="0"/>
              </a:rPr>
              <a:t>9h - Réunion en salle Bercy </a:t>
            </a:r>
          </a:p>
          <a:p>
            <a:pPr marL="285750" indent="-285750" algn="l">
              <a:buFont typeface="Arial" panose="020B0604020202020204" pitchFamily="34" charset="0"/>
              <a:buChar char="•"/>
            </a:pPr>
            <a:r>
              <a:rPr lang="fr-FR" sz="1600" dirty="0">
                <a:solidFill>
                  <a:schemeClr val="bg1"/>
                </a:solidFill>
                <a:latin typeface="Poppins" panose="00000500000000000000" pitchFamily="2" charset="0"/>
                <a:cs typeface="Poppins" panose="00000500000000000000" pitchFamily="2" charset="0"/>
              </a:rPr>
              <a:t>12h* – Déjeuner au restaurant Tata Suzanne</a:t>
            </a:r>
          </a:p>
          <a:p>
            <a:pPr marL="285750" indent="-285750" algn="l">
              <a:buFont typeface="Arial" panose="020B0604020202020204" pitchFamily="34" charset="0"/>
              <a:buChar char="•"/>
            </a:pPr>
            <a:r>
              <a:rPr lang="fr-FR" sz="1600" dirty="0">
                <a:solidFill>
                  <a:schemeClr val="bg1"/>
                </a:solidFill>
                <a:latin typeface="Poppins" panose="00000500000000000000" pitchFamily="2" charset="0"/>
                <a:cs typeface="Poppins" panose="00000500000000000000" pitchFamily="2" charset="0"/>
              </a:rPr>
              <a:t>14h – Réunion en salle Bercy</a:t>
            </a:r>
          </a:p>
          <a:p>
            <a:pPr marL="285750" indent="-285750" algn="l">
              <a:buFont typeface="Arial" panose="020B0604020202020204" pitchFamily="34" charset="0"/>
              <a:buChar char="•"/>
            </a:pPr>
            <a:r>
              <a:rPr lang="fr-FR" sz="1600" dirty="0">
                <a:solidFill>
                  <a:schemeClr val="bg1"/>
                </a:solidFill>
                <a:latin typeface="Poppins" panose="00000500000000000000" pitchFamily="2" charset="0"/>
                <a:cs typeface="Poppins" panose="00000500000000000000" pitchFamily="2" charset="0"/>
              </a:rPr>
              <a:t>16h30 – Team Building </a:t>
            </a:r>
            <a:r>
              <a:rPr lang="fr-FR" sz="1600" dirty="0" err="1">
                <a:solidFill>
                  <a:schemeClr val="bg1"/>
                </a:solidFill>
                <a:latin typeface="Poppins" panose="00000500000000000000" pitchFamily="2" charset="0"/>
                <a:cs typeface="Poppins" panose="00000500000000000000" pitchFamily="2" charset="0"/>
              </a:rPr>
              <a:t>Padel</a:t>
            </a:r>
            <a:endParaRPr lang="fr-FR" sz="1600" dirty="0">
              <a:solidFill>
                <a:schemeClr val="bg1"/>
              </a:solidFill>
              <a:latin typeface="Poppins" panose="00000500000000000000" pitchFamily="2" charset="0"/>
              <a:cs typeface="Poppins" panose="00000500000000000000" pitchFamily="2" charset="0"/>
            </a:endParaRPr>
          </a:p>
          <a:p>
            <a:pPr marL="285750" indent="-285750" algn="l">
              <a:buFont typeface="Arial" panose="020B0604020202020204" pitchFamily="34" charset="0"/>
              <a:buChar char="•"/>
            </a:pPr>
            <a:r>
              <a:rPr lang="fr-FR" sz="1600" dirty="0">
                <a:solidFill>
                  <a:schemeClr val="bg1"/>
                </a:solidFill>
                <a:latin typeface="Poppins" panose="00000500000000000000" pitchFamily="2" charset="0"/>
                <a:cs typeface="Poppins" panose="00000500000000000000" pitchFamily="2" charset="0"/>
              </a:rPr>
              <a:t>18h30 – Fin de l’événement</a:t>
            </a:r>
            <a:br>
              <a:rPr lang="fr-FR" i="1" dirty="0">
                <a:solidFill>
                  <a:schemeClr val="bg1"/>
                </a:solidFill>
                <a:latin typeface="Poppins" panose="00000500000000000000" pitchFamily="2" charset="0"/>
                <a:cs typeface="Poppins" panose="00000500000000000000" pitchFamily="2" charset="0"/>
              </a:rPr>
            </a:br>
            <a:endParaRPr lang="fr-FR" i="1" dirty="0">
              <a:solidFill>
                <a:schemeClr val="bg1"/>
              </a:solidFill>
              <a:latin typeface="Poppins" panose="00000500000000000000" pitchFamily="2" charset="0"/>
              <a:cs typeface="Poppins" panose="00000500000000000000" pitchFamily="2" charset="0"/>
            </a:endParaRPr>
          </a:p>
        </p:txBody>
      </p:sp>
      <p:pic>
        <p:nvPicPr>
          <p:cNvPr id="11" name="Image 10" descr="Une image contenant habits, personne, homme, chaussures&#10;&#10;Le contenu généré par l’IA peut être incorrect.">
            <a:extLst>
              <a:ext uri="{FF2B5EF4-FFF2-40B4-BE49-F238E27FC236}">
                <a16:creationId xmlns:a16="http://schemas.microsoft.com/office/drawing/2014/main" id="{B3575065-3E16-FFFE-113B-C471514236AF}"/>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372450" y="1064871"/>
            <a:ext cx="3860800" cy="4728258"/>
          </a:xfrm>
          <a:custGeom>
            <a:avLst/>
            <a:gdLst>
              <a:gd name="connsiteX0" fmla="*/ 0 w 3860800"/>
              <a:gd name="connsiteY0" fmla="*/ 0 h 4728258"/>
              <a:gd name="connsiteX1" fmla="*/ 3860800 w 3860800"/>
              <a:gd name="connsiteY1" fmla="*/ 0 h 4728258"/>
              <a:gd name="connsiteX2" fmla="*/ 3860800 w 3860800"/>
              <a:gd name="connsiteY2" fmla="*/ 4728258 h 4728258"/>
              <a:gd name="connsiteX3" fmla="*/ 0 w 3860800"/>
              <a:gd name="connsiteY3" fmla="*/ 4728258 h 4728258"/>
            </a:gdLst>
            <a:ahLst/>
            <a:cxnLst>
              <a:cxn ang="0">
                <a:pos x="connsiteX0" y="connsiteY0"/>
              </a:cxn>
              <a:cxn ang="0">
                <a:pos x="connsiteX1" y="connsiteY1"/>
              </a:cxn>
              <a:cxn ang="0">
                <a:pos x="connsiteX2" y="connsiteY2"/>
              </a:cxn>
              <a:cxn ang="0">
                <a:pos x="connsiteX3" y="connsiteY3"/>
              </a:cxn>
            </a:cxnLst>
            <a:rect l="l" t="t" r="r" b="b"/>
            <a:pathLst>
              <a:path w="3860800" h="4728258">
                <a:moveTo>
                  <a:pt x="0" y="0"/>
                </a:moveTo>
                <a:lnTo>
                  <a:pt x="3860800" y="0"/>
                </a:lnTo>
                <a:lnTo>
                  <a:pt x="3860800" y="4728258"/>
                </a:lnTo>
                <a:lnTo>
                  <a:pt x="0" y="4728258"/>
                </a:lnTo>
                <a:close/>
              </a:path>
            </a:pathLst>
          </a:custGeom>
        </p:spPr>
      </p:pic>
      <p:pic>
        <p:nvPicPr>
          <p:cNvPr id="16" name="Image 15" descr="Une image contenant habits, homme, personne, femme&#10;&#10;Le contenu généré par l’IA peut être incorrect.">
            <a:extLst>
              <a:ext uri="{FF2B5EF4-FFF2-40B4-BE49-F238E27FC236}">
                <a16:creationId xmlns:a16="http://schemas.microsoft.com/office/drawing/2014/main" id="{A10A75BF-1CAE-9BDD-FB2A-E13F37DAD08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372450" y="1064871"/>
            <a:ext cx="3860800" cy="4728258"/>
          </a:xfrm>
          <a:custGeom>
            <a:avLst/>
            <a:gdLst>
              <a:gd name="connsiteX0" fmla="*/ 0 w 3860800"/>
              <a:gd name="connsiteY0" fmla="*/ 0 h 4728258"/>
              <a:gd name="connsiteX1" fmla="*/ 3860800 w 3860800"/>
              <a:gd name="connsiteY1" fmla="*/ 0 h 4728258"/>
              <a:gd name="connsiteX2" fmla="*/ 3860800 w 3860800"/>
              <a:gd name="connsiteY2" fmla="*/ 4728258 h 4728258"/>
              <a:gd name="connsiteX3" fmla="*/ 0 w 3860800"/>
              <a:gd name="connsiteY3" fmla="*/ 4728258 h 4728258"/>
            </a:gdLst>
            <a:ahLst/>
            <a:cxnLst>
              <a:cxn ang="0">
                <a:pos x="connsiteX0" y="connsiteY0"/>
              </a:cxn>
              <a:cxn ang="0">
                <a:pos x="connsiteX1" y="connsiteY1"/>
              </a:cxn>
              <a:cxn ang="0">
                <a:pos x="connsiteX2" y="connsiteY2"/>
              </a:cxn>
              <a:cxn ang="0">
                <a:pos x="connsiteX3" y="connsiteY3"/>
              </a:cxn>
            </a:cxnLst>
            <a:rect l="l" t="t" r="r" b="b"/>
            <a:pathLst>
              <a:path w="3860800" h="4728258">
                <a:moveTo>
                  <a:pt x="0" y="0"/>
                </a:moveTo>
                <a:lnTo>
                  <a:pt x="3860800" y="0"/>
                </a:lnTo>
                <a:lnTo>
                  <a:pt x="3860800" y="4728258"/>
                </a:lnTo>
                <a:lnTo>
                  <a:pt x="0" y="4728258"/>
                </a:lnTo>
                <a:close/>
              </a:path>
            </a:pathLst>
          </a:custGeom>
        </p:spPr>
      </p:pic>
      <p:sp>
        <p:nvSpPr>
          <p:cNvPr id="5" name="Rectangle 4">
            <a:extLst>
              <a:ext uri="{FF2B5EF4-FFF2-40B4-BE49-F238E27FC236}">
                <a16:creationId xmlns:a16="http://schemas.microsoft.com/office/drawing/2014/main" id="{BFFBE128-D5FA-D1D4-8703-3403AD4389BF}"/>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Espace réservé pour une image  8">
            <a:extLst>
              <a:ext uri="{FF2B5EF4-FFF2-40B4-BE49-F238E27FC236}">
                <a16:creationId xmlns:a16="http://schemas.microsoft.com/office/drawing/2014/main" id="{C1EB437B-F584-DC73-F0ED-29A7BC6B6D0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1181201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9339A-978E-C3AA-A8D8-C60FABADC445}"/>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351DDAE3-271C-AB4A-296D-62D38B478381}"/>
              </a:ext>
            </a:extLst>
          </p:cNvPr>
          <p:cNvSpPr>
            <a:spLocks noGrp="1"/>
          </p:cNvSpPr>
          <p:nvPr>
            <p:ph type="title" idx="4294967295"/>
          </p:nvPr>
        </p:nvSpPr>
        <p:spPr>
          <a:xfrm>
            <a:off x="934720" y="990092"/>
            <a:ext cx="6515100" cy="676275"/>
          </a:xfrm>
        </p:spPr>
        <p:txBody>
          <a:bodyPr anchor="t">
            <a:normAutofit fontScale="90000"/>
          </a:bodyPr>
          <a:lstStyle/>
          <a:p>
            <a:pPr>
              <a:lnSpc>
                <a:spcPts val="3700"/>
              </a:lnSpc>
            </a:pPr>
            <a:r>
              <a:rPr lang="fr-FR" b="1" dirty="0">
                <a:solidFill>
                  <a:schemeClr val="bg1"/>
                </a:solidFill>
              </a:rPr>
              <a:t>ESPACE</a:t>
            </a:r>
            <a:br>
              <a:rPr lang="fr-FR" b="1" dirty="0">
                <a:solidFill>
                  <a:schemeClr val="bg1"/>
                </a:solidFill>
              </a:rPr>
            </a:br>
            <a:r>
              <a:rPr lang="fr-FR" b="1" dirty="0">
                <a:solidFill>
                  <a:schemeClr val="bg1"/>
                </a:solidFill>
              </a:rPr>
              <a:t>BERCY</a:t>
            </a:r>
            <a:endParaRPr lang="fr-FR" b="1" dirty="0">
              <a:solidFill>
                <a:schemeClr val="bg1"/>
              </a:solidFill>
              <a:latin typeface="+mn-lt"/>
            </a:endParaRPr>
          </a:p>
        </p:txBody>
      </p:sp>
      <p:sp>
        <p:nvSpPr>
          <p:cNvPr id="6" name="Rectangle 5">
            <a:extLst>
              <a:ext uri="{FF2B5EF4-FFF2-40B4-BE49-F238E27FC236}">
                <a16:creationId xmlns:a16="http://schemas.microsoft.com/office/drawing/2014/main" id="{07205A2A-2A0D-6CAA-6E0B-ABCFE4612CBB}"/>
              </a:ext>
            </a:extLst>
          </p:cNvPr>
          <p:cNvSpPr/>
          <p:nvPr/>
        </p:nvSpPr>
        <p:spPr>
          <a:xfrm rot="16200000">
            <a:off x="2084497" y="969510"/>
            <a:ext cx="73280" cy="2113927"/>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Espace réservé du texte 3">
            <a:extLst>
              <a:ext uri="{FF2B5EF4-FFF2-40B4-BE49-F238E27FC236}">
                <a16:creationId xmlns:a16="http://schemas.microsoft.com/office/drawing/2014/main" id="{8E82ED49-6C53-DC61-C740-4C497DDA1398}"/>
              </a:ext>
            </a:extLst>
          </p:cNvPr>
          <p:cNvSpPr txBox="1">
            <a:spLocks/>
          </p:cNvSpPr>
          <p:nvPr/>
        </p:nvSpPr>
        <p:spPr>
          <a:xfrm>
            <a:off x="965168" y="2458118"/>
            <a:ext cx="5392754" cy="2853804"/>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800" b="1" dirty="0">
                <a:solidFill>
                  <a:schemeClr val="bg1"/>
                </a:solidFill>
                <a:latin typeface="Poppins" panose="00000500000000000000" pitchFamily="2" charset="0"/>
                <a:cs typeface="Poppins" panose="00000500000000000000" pitchFamily="2" charset="0"/>
              </a:rPr>
              <a:t>Matériel technique mis à disposition : </a:t>
            </a:r>
          </a:p>
          <a:p>
            <a:pPr marL="285750" indent="-285750" algn="l">
              <a:buFont typeface="Arial" panose="020B0604020202020204" pitchFamily="34" charset="0"/>
              <a:buChar char="•"/>
            </a:pPr>
            <a:r>
              <a:rPr lang="fr-FR" sz="1600" dirty="0">
                <a:solidFill>
                  <a:schemeClr val="bg1"/>
                </a:solidFill>
                <a:latin typeface="Poppins" panose="00000500000000000000" pitchFamily="2" charset="0"/>
                <a:cs typeface="Poppins" panose="00000500000000000000" pitchFamily="2" charset="0"/>
              </a:rPr>
              <a:t>1 vidéoprojecteur laser </a:t>
            </a:r>
            <a:r>
              <a:rPr lang="fr-FR" sz="1600" dirty="0" err="1">
                <a:solidFill>
                  <a:schemeClr val="bg1"/>
                </a:solidFill>
                <a:latin typeface="Poppins" panose="00000500000000000000" pitchFamily="2" charset="0"/>
                <a:cs typeface="Poppins" panose="00000500000000000000" pitchFamily="2" charset="0"/>
              </a:rPr>
              <a:t>Phosphor</a:t>
            </a:r>
            <a:r>
              <a:rPr lang="fr-FR" sz="1600" dirty="0">
                <a:solidFill>
                  <a:schemeClr val="bg1"/>
                </a:solidFill>
                <a:latin typeface="Poppins" panose="00000500000000000000" pitchFamily="2" charset="0"/>
                <a:cs typeface="Poppins" panose="00000500000000000000" pitchFamily="2" charset="0"/>
              </a:rPr>
              <a:t> WUXGA</a:t>
            </a:r>
          </a:p>
          <a:p>
            <a:pPr marL="285750" indent="-285750" algn="l">
              <a:buFont typeface="Arial" panose="020B0604020202020204" pitchFamily="34" charset="0"/>
              <a:buChar char="•"/>
            </a:pPr>
            <a:r>
              <a:rPr lang="en-US" sz="1600" dirty="0">
                <a:solidFill>
                  <a:schemeClr val="bg1"/>
                </a:solidFill>
                <a:latin typeface="Poppins" panose="00000500000000000000" pitchFamily="2" charset="0"/>
                <a:cs typeface="Poppins" panose="00000500000000000000" pitchFamily="2" charset="0"/>
              </a:rPr>
              <a:t>2 micros HF main </a:t>
            </a:r>
          </a:p>
          <a:p>
            <a:pPr marL="285750" indent="-285750" algn="l">
              <a:buFont typeface="Arial" panose="020B0604020202020204" pitchFamily="34" charset="0"/>
              <a:buChar char="•"/>
            </a:pPr>
            <a:r>
              <a:rPr lang="en-US" sz="1600" dirty="0">
                <a:solidFill>
                  <a:schemeClr val="bg1"/>
                </a:solidFill>
                <a:latin typeface="Poppins" panose="00000500000000000000" pitchFamily="2" charset="0"/>
                <a:cs typeface="Poppins" panose="00000500000000000000" pitchFamily="2" charset="0"/>
              </a:rPr>
              <a:t>1 </a:t>
            </a:r>
            <a:r>
              <a:rPr lang="en-US" sz="1600" dirty="0" err="1">
                <a:solidFill>
                  <a:schemeClr val="bg1"/>
                </a:solidFill>
                <a:latin typeface="Poppins" panose="00000500000000000000" pitchFamily="2" charset="0"/>
                <a:cs typeface="Poppins" panose="00000500000000000000" pitchFamily="2" charset="0"/>
              </a:rPr>
              <a:t>écran</a:t>
            </a:r>
            <a:r>
              <a:rPr lang="en-US" sz="1600" dirty="0">
                <a:solidFill>
                  <a:schemeClr val="bg1"/>
                </a:solidFill>
                <a:latin typeface="Poppins" panose="00000500000000000000" pitchFamily="2" charset="0"/>
                <a:cs typeface="Poppins" panose="00000500000000000000" pitchFamily="2" charset="0"/>
              </a:rPr>
              <a:t> 32 </a:t>
            </a:r>
            <a:r>
              <a:rPr lang="en-US" sz="1600" dirty="0" err="1">
                <a:solidFill>
                  <a:schemeClr val="bg1"/>
                </a:solidFill>
                <a:latin typeface="Poppins" panose="00000500000000000000" pitchFamily="2" charset="0"/>
                <a:cs typeface="Poppins" panose="00000500000000000000" pitchFamily="2" charset="0"/>
              </a:rPr>
              <a:t>pouces</a:t>
            </a:r>
            <a:r>
              <a:rPr lang="en-US" sz="1600" dirty="0">
                <a:solidFill>
                  <a:schemeClr val="bg1"/>
                </a:solidFill>
                <a:latin typeface="Poppins" panose="00000500000000000000" pitchFamily="2" charset="0"/>
                <a:cs typeface="Poppins" panose="00000500000000000000" pitchFamily="2" charset="0"/>
              </a:rPr>
              <a:t> à </a:t>
            </a:r>
            <a:r>
              <a:rPr lang="en-US" sz="1600" dirty="0" err="1">
                <a:solidFill>
                  <a:schemeClr val="bg1"/>
                </a:solidFill>
                <a:latin typeface="Poppins" panose="00000500000000000000" pitchFamily="2" charset="0"/>
                <a:cs typeface="Poppins" panose="00000500000000000000" pitchFamily="2" charset="0"/>
              </a:rPr>
              <a:t>l’entrée</a:t>
            </a:r>
            <a:r>
              <a:rPr lang="en-US" sz="1600" dirty="0">
                <a:solidFill>
                  <a:schemeClr val="bg1"/>
                </a:solidFill>
                <a:latin typeface="Poppins" panose="00000500000000000000" pitchFamily="2" charset="0"/>
                <a:cs typeface="Poppins" panose="00000500000000000000" pitchFamily="2" charset="0"/>
              </a:rPr>
              <a:t> de </a:t>
            </a:r>
            <a:r>
              <a:rPr lang="en-US" sz="1600" dirty="0" err="1">
                <a:solidFill>
                  <a:schemeClr val="bg1"/>
                </a:solidFill>
                <a:latin typeface="Poppins" panose="00000500000000000000" pitchFamily="2" charset="0"/>
                <a:cs typeface="Poppins" panose="00000500000000000000" pitchFamily="2" charset="0"/>
              </a:rPr>
              <a:t>l’espace</a:t>
            </a:r>
            <a:r>
              <a:rPr lang="en-US" sz="1600" dirty="0">
                <a:solidFill>
                  <a:schemeClr val="bg1"/>
                </a:solidFill>
                <a:latin typeface="Poppins" panose="00000500000000000000" pitchFamily="2" charset="0"/>
                <a:cs typeface="Poppins" panose="00000500000000000000" pitchFamily="2" charset="0"/>
              </a:rPr>
              <a:t> pour le logo </a:t>
            </a:r>
            <a:r>
              <a:rPr lang="en-US" sz="1600" dirty="0" err="1">
                <a:solidFill>
                  <a:schemeClr val="bg1"/>
                </a:solidFill>
                <a:latin typeface="Poppins" panose="00000500000000000000" pitchFamily="2" charset="0"/>
                <a:cs typeface="Poppins" panose="00000500000000000000" pitchFamily="2" charset="0"/>
              </a:rPr>
              <a:t>entreprise</a:t>
            </a:r>
            <a:r>
              <a:rPr lang="en-US" sz="1600" dirty="0">
                <a:solidFill>
                  <a:schemeClr val="bg1"/>
                </a:solidFill>
                <a:latin typeface="Poppins" panose="00000500000000000000" pitchFamily="2" charset="0"/>
                <a:cs typeface="Poppins" panose="00000500000000000000" pitchFamily="2" charset="0"/>
              </a:rPr>
              <a:t> </a:t>
            </a:r>
          </a:p>
          <a:p>
            <a:pPr marL="285750" indent="-285750" algn="l">
              <a:buFont typeface="Arial" panose="020B0604020202020204" pitchFamily="34" charset="0"/>
              <a:buChar char="•"/>
            </a:pPr>
            <a:r>
              <a:rPr lang="en-US" sz="1600" dirty="0" err="1">
                <a:solidFill>
                  <a:schemeClr val="bg1"/>
                </a:solidFill>
                <a:latin typeface="Poppins" panose="00000500000000000000" pitchFamily="2" charset="0"/>
                <a:cs typeface="Poppins" panose="00000500000000000000" pitchFamily="2" charset="0"/>
              </a:rPr>
              <a:t>Équipements</a:t>
            </a:r>
            <a:r>
              <a:rPr lang="en-US" sz="1600" dirty="0">
                <a:solidFill>
                  <a:schemeClr val="bg1"/>
                </a:solidFill>
                <a:latin typeface="Poppins" panose="00000500000000000000" pitchFamily="2" charset="0"/>
                <a:cs typeface="Poppins" panose="00000500000000000000" pitchFamily="2" charset="0"/>
              </a:rPr>
              <a:t> </a:t>
            </a:r>
            <a:r>
              <a:rPr lang="en-US" sz="1600" dirty="0" err="1">
                <a:solidFill>
                  <a:schemeClr val="bg1"/>
                </a:solidFill>
                <a:latin typeface="Poppins" panose="00000500000000000000" pitchFamily="2" charset="0"/>
                <a:cs typeface="Poppins" panose="00000500000000000000" pitchFamily="2" charset="0"/>
              </a:rPr>
              <a:t>clickshare</a:t>
            </a:r>
            <a:r>
              <a:rPr lang="en-US" sz="1600" dirty="0">
                <a:solidFill>
                  <a:schemeClr val="bg1"/>
                </a:solidFill>
                <a:latin typeface="Poppins" panose="00000500000000000000" pitchFamily="2" charset="0"/>
                <a:cs typeface="Poppins" panose="00000500000000000000" pitchFamily="2" charset="0"/>
              </a:rPr>
              <a:t> CX-30 (</a:t>
            </a:r>
            <a:r>
              <a:rPr lang="en-US" sz="1600" dirty="0" err="1">
                <a:solidFill>
                  <a:schemeClr val="bg1"/>
                </a:solidFill>
                <a:latin typeface="Poppins" panose="00000500000000000000" pitchFamily="2" charset="0"/>
                <a:cs typeface="Poppins" panose="00000500000000000000" pitchFamily="2" charset="0"/>
              </a:rPr>
              <a:t>système</a:t>
            </a:r>
            <a:r>
              <a:rPr lang="en-US" sz="1600" dirty="0">
                <a:solidFill>
                  <a:schemeClr val="bg1"/>
                </a:solidFill>
                <a:latin typeface="Poppins" panose="00000500000000000000" pitchFamily="2" charset="0"/>
                <a:cs typeface="Poppins" panose="00000500000000000000" pitchFamily="2" charset="0"/>
              </a:rPr>
              <a:t> de </a:t>
            </a:r>
            <a:r>
              <a:rPr lang="en-US" sz="1600" dirty="0" err="1">
                <a:solidFill>
                  <a:schemeClr val="bg1"/>
                </a:solidFill>
                <a:latin typeface="Poppins" panose="00000500000000000000" pitchFamily="2" charset="0"/>
                <a:cs typeface="Poppins" panose="00000500000000000000" pitchFamily="2" charset="0"/>
              </a:rPr>
              <a:t>conférence</a:t>
            </a:r>
            <a:r>
              <a:rPr lang="en-US" sz="1600" dirty="0">
                <a:solidFill>
                  <a:schemeClr val="bg1"/>
                </a:solidFill>
                <a:latin typeface="Poppins" panose="00000500000000000000" pitchFamily="2" charset="0"/>
                <a:cs typeface="Poppins" panose="00000500000000000000" pitchFamily="2" charset="0"/>
              </a:rPr>
              <a:t> et collaboration sans fil)</a:t>
            </a:r>
          </a:p>
          <a:p>
            <a:pPr marL="285750" indent="-285750" algn="l">
              <a:buFont typeface="Arial" panose="020B0604020202020204" pitchFamily="34" charset="0"/>
              <a:buChar char="•"/>
            </a:pPr>
            <a:r>
              <a:rPr lang="en-US" sz="1600" dirty="0">
                <a:solidFill>
                  <a:schemeClr val="bg1"/>
                </a:solidFill>
                <a:latin typeface="Poppins" panose="00000500000000000000" pitchFamily="2" charset="0"/>
                <a:cs typeface="Poppins" panose="00000500000000000000" pitchFamily="2" charset="0"/>
              </a:rPr>
              <a:t>Matrice audio numérique</a:t>
            </a:r>
          </a:p>
          <a:p>
            <a:pPr algn="l"/>
            <a:endParaRPr lang="en-US" sz="1600" dirty="0">
              <a:solidFill>
                <a:schemeClr val="bg1"/>
              </a:solidFill>
              <a:latin typeface="Poppins" panose="00000500000000000000" pitchFamily="2" charset="0"/>
              <a:cs typeface="Poppins" panose="00000500000000000000" pitchFamily="2" charset="0"/>
            </a:endParaRPr>
          </a:p>
        </p:txBody>
      </p:sp>
      <p:sp>
        <p:nvSpPr>
          <p:cNvPr id="2" name="Rectangle 1">
            <a:extLst>
              <a:ext uri="{FF2B5EF4-FFF2-40B4-BE49-F238E27FC236}">
                <a16:creationId xmlns:a16="http://schemas.microsoft.com/office/drawing/2014/main" id="{F2F1E216-5561-83B3-3EFA-59156607D08D}"/>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noir, obscurité&#10;&#10;Le contenu généré par l’IA peut être incorrect.">
            <a:extLst>
              <a:ext uri="{FF2B5EF4-FFF2-40B4-BE49-F238E27FC236}">
                <a16:creationId xmlns:a16="http://schemas.microsoft.com/office/drawing/2014/main" id="{7C131E4B-9CA2-E414-B147-C16D2F16BAC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702026" y="235590"/>
            <a:ext cx="1223334" cy="1223334"/>
          </a:xfrm>
          <a:prstGeom prst="rect">
            <a:avLst/>
          </a:prstGeom>
        </p:spPr>
      </p:pic>
      <p:pic>
        <p:nvPicPr>
          <p:cNvPr id="12" name="Image 11" descr="Une image contenant meubles, intérieur, sol, table&#10;&#10;Le contenu généré par l’IA peut être incorrect.">
            <a:extLst>
              <a:ext uri="{FF2B5EF4-FFF2-40B4-BE49-F238E27FC236}">
                <a16:creationId xmlns:a16="http://schemas.microsoft.com/office/drawing/2014/main" id="{6BACF55E-C97F-B03E-15F5-AB43B3DC8D5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5986525" y="-153746"/>
            <a:ext cx="8827619" cy="7123453"/>
          </a:xfrm>
          <a:custGeom>
            <a:avLst/>
            <a:gdLst>
              <a:gd name="connsiteX0" fmla="*/ 1780864 w 8827619"/>
              <a:gd name="connsiteY0" fmla="*/ 0 h 7123453"/>
              <a:gd name="connsiteX1" fmla="*/ 8827619 w 8827619"/>
              <a:gd name="connsiteY1" fmla="*/ 0 h 7123453"/>
              <a:gd name="connsiteX2" fmla="*/ 7046756 w 8827619"/>
              <a:gd name="connsiteY2" fmla="*/ 7123453 h 7123453"/>
              <a:gd name="connsiteX3" fmla="*/ 0 w 8827619"/>
              <a:gd name="connsiteY3" fmla="*/ 7123453 h 7123453"/>
            </a:gdLst>
            <a:ahLst/>
            <a:cxnLst>
              <a:cxn ang="0">
                <a:pos x="connsiteX0" y="connsiteY0"/>
              </a:cxn>
              <a:cxn ang="0">
                <a:pos x="connsiteX1" y="connsiteY1"/>
              </a:cxn>
              <a:cxn ang="0">
                <a:pos x="connsiteX2" y="connsiteY2"/>
              </a:cxn>
              <a:cxn ang="0">
                <a:pos x="connsiteX3" y="connsiteY3"/>
              </a:cxn>
            </a:cxnLst>
            <a:rect l="l" t="t" r="r" b="b"/>
            <a:pathLst>
              <a:path w="8827619" h="7123453">
                <a:moveTo>
                  <a:pt x="1780864" y="0"/>
                </a:moveTo>
                <a:lnTo>
                  <a:pt x="8827619" y="0"/>
                </a:lnTo>
                <a:lnTo>
                  <a:pt x="7046756" y="7123453"/>
                </a:lnTo>
                <a:lnTo>
                  <a:pt x="0" y="7123453"/>
                </a:lnTo>
                <a:close/>
              </a:path>
            </a:pathLst>
          </a:custGeom>
        </p:spPr>
      </p:pic>
      <p:pic>
        <p:nvPicPr>
          <p:cNvPr id="15" name="Espace réservé pour une image  8">
            <a:extLst>
              <a:ext uri="{FF2B5EF4-FFF2-40B4-BE49-F238E27FC236}">
                <a16:creationId xmlns:a16="http://schemas.microsoft.com/office/drawing/2014/main" id="{74F373E6-CDEC-F12B-4438-233B85F0D79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2029724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C3894-260D-DDAD-9A64-8EBD93FE2B9E}"/>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BBEF1244-DBBE-4C0C-750E-70CDD10BE5BC}"/>
              </a:ext>
            </a:extLst>
          </p:cNvPr>
          <p:cNvSpPr>
            <a:spLocks noGrp="1"/>
          </p:cNvSpPr>
          <p:nvPr>
            <p:ph type="title" idx="4294967295"/>
          </p:nvPr>
        </p:nvSpPr>
        <p:spPr>
          <a:xfrm>
            <a:off x="942109" y="980821"/>
            <a:ext cx="10104438" cy="676275"/>
          </a:xfrm>
        </p:spPr>
        <p:txBody>
          <a:bodyPr anchor="t">
            <a:normAutofit fontScale="90000"/>
          </a:bodyPr>
          <a:lstStyle/>
          <a:p>
            <a:pPr>
              <a:lnSpc>
                <a:spcPts val="3700"/>
              </a:lnSpc>
            </a:pPr>
            <a:r>
              <a:rPr lang="fr-FR" b="1" dirty="0">
                <a:solidFill>
                  <a:schemeClr val="bg1"/>
                </a:solidFill>
              </a:rPr>
              <a:t>RESTAURATION</a:t>
            </a:r>
            <a:br>
              <a:rPr lang="fr-FR" b="1" dirty="0">
                <a:solidFill>
                  <a:schemeClr val="bg1"/>
                </a:solidFill>
              </a:rPr>
            </a:br>
            <a:r>
              <a:rPr lang="fr-FR" b="1" dirty="0">
                <a:solidFill>
                  <a:schemeClr val="bg1"/>
                </a:solidFill>
                <a:latin typeface="Poppins" pitchFamily="2" charset="77"/>
                <a:cs typeface="Poppins" pitchFamily="2" charset="77"/>
              </a:rPr>
              <a:t>BY TATA SUZANNE</a:t>
            </a:r>
            <a:r>
              <a:rPr lang="fr-FR" b="1" dirty="0">
                <a:solidFill>
                  <a:schemeClr val="bg1"/>
                </a:solidFill>
              </a:rPr>
              <a:t> </a:t>
            </a:r>
            <a:endParaRPr lang="fr-FR" b="1" dirty="0">
              <a:solidFill>
                <a:schemeClr val="bg1"/>
              </a:solidFill>
              <a:latin typeface="+mn-lt"/>
            </a:endParaRPr>
          </a:p>
        </p:txBody>
      </p:sp>
      <p:sp>
        <p:nvSpPr>
          <p:cNvPr id="12" name="Espace réservé du texte 3">
            <a:extLst>
              <a:ext uri="{FF2B5EF4-FFF2-40B4-BE49-F238E27FC236}">
                <a16:creationId xmlns:a16="http://schemas.microsoft.com/office/drawing/2014/main" id="{6ECF762B-9DE8-3AD3-506A-9886D1F90C7A}"/>
              </a:ext>
            </a:extLst>
          </p:cNvPr>
          <p:cNvSpPr txBox="1">
            <a:spLocks/>
          </p:cNvSpPr>
          <p:nvPr/>
        </p:nvSpPr>
        <p:spPr>
          <a:xfrm>
            <a:off x="971503" y="2119739"/>
            <a:ext cx="10103850" cy="900965"/>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0"/>
              </a:spcBef>
            </a:pPr>
            <a:r>
              <a:rPr lang="fr-FR" dirty="0">
                <a:solidFill>
                  <a:schemeClr val="bg1"/>
                </a:solidFill>
                <a:latin typeface="Poppins" panose="00000500000000000000" pitchFamily="2" charset="0"/>
                <a:cs typeface="Poppins" panose="00000500000000000000" pitchFamily="2" charset="0"/>
              </a:rPr>
              <a:t>Fait-maison et assuré par notre restaurant</a:t>
            </a:r>
          </a:p>
          <a:p>
            <a:pPr algn="l">
              <a:spcBef>
                <a:spcPts val="0"/>
              </a:spcBef>
            </a:pPr>
            <a:r>
              <a:rPr lang="fr-FR" dirty="0">
                <a:solidFill>
                  <a:schemeClr val="bg1"/>
                </a:solidFill>
                <a:latin typeface="Poppins" panose="00000500000000000000" pitchFamily="2" charset="0"/>
                <a:cs typeface="Poppins" panose="00000500000000000000" pitchFamily="2" charset="0"/>
              </a:rPr>
              <a:t>sur place qui vous servira des produits frais et de saison.</a:t>
            </a:r>
          </a:p>
          <a:p>
            <a:pPr algn="l">
              <a:spcBef>
                <a:spcPts val="0"/>
              </a:spcBef>
            </a:pPr>
            <a:endParaRPr lang="fr-FR" dirty="0">
              <a:solidFill>
                <a:schemeClr val="bg1"/>
              </a:solidFill>
              <a:latin typeface="Poppins" panose="00000500000000000000" pitchFamily="2" charset="0"/>
              <a:cs typeface="Poppins" panose="00000500000000000000" pitchFamily="2" charset="0"/>
            </a:endParaRPr>
          </a:p>
        </p:txBody>
      </p:sp>
      <p:sp>
        <p:nvSpPr>
          <p:cNvPr id="2" name="Rectangle 1">
            <a:extLst>
              <a:ext uri="{FF2B5EF4-FFF2-40B4-BE49-F238E27FC236}">
                <a16:creationId xmlns:a16="http://schemas.microsoft.com/office/drawing/2014/main" id="{3EC6D091-8030-49A2-7075-5A20F6588FE1}"/>
              </a:ext>
            </a:extLst>
          </p:cNvPr>
          <p:cNvSpPr/>
          <p:nvPr/>
        </p:nvSpPr>
        <p:spPr>
          <a:xfrm rot="16200000">
            <a:off x="3592709" y="-530171"/>
            <a:ext cx="70007" cy="51232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6" name="Image 5" descr="Une image contenant halloween, citrouille&#10;&#10;Description générée automatiquement">
            <a:extLst>
              <a:ext uri="{FF2B5EF4-FFF2-40B4-BE49-F238E27FC236}">
                <a16:creationId xmlns:a16="http://schemas.microsoft.com/office/drawing/2014/main" id="{7F1A0BE0-75CF-99AC-5963-773707F19E4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588028" y="41591"/>
            <a:ext cx="1471892" cy="1471892"/>
          </a:xfrm>
          <a:prstGeom prst="rect">
            <a:avLst/>
          </a:prstGeom>
        </p:spPr>
      </p:pic>
      <p:pic>
        <p:nvPicPr>
          <p:cNvPr id="28" name="Image 27" descr="Une image contenant bouteille, boisson, bar, Bar&#10;&#10;Le contenu généré par l’IA peut être incorrect.">
            <a:extLst>
              <a:ext uri="{FF2B5EF4-FFF2-40B4-BE49-F238E27FC236}">
                <a16:creationId xmlns:a16="http://schemas.microsoft.com/office/drawing/2014/main" id="{CFF03C13-26CE-8914-25CB-7C5249E93C4B}"/>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064847" y="2908301"/>
            <a:ext cx="4831128" cy="2884828"/>
          </a:xfrm>
          <a:custGeom>
            <a:avLst/>
            <a:gdLst>
              <a:gd name="connsiteX0" fmla="*/ 0 w 4831128"/>
              <a:gd name="connsiteY0" fmla="*/ 0 h 2884828"/>
              <a:gd name="connsiteX1" fmla="*/ 4831128 w 4831128"/>
              <a:gd name="connsiteY1" fmla="*/ 0 h 2884828"/>
              <a:gd name="connsiteX2" fmla="*/ 4831128 w 4831128"/>
              <a:gd name="connsiteY2" fmla="*/ 2884828 h 2884828"/>
              <a:gd name="connsiteX3" fmla="*/ 0 w 4831128"/>
              <a:gd name="connsiteY3" fmla="*/ 2884828 h 2884828"/>
            </a:gdLst>
            <a:ahLst/>
            <a:cxnLst>
              <a:cxn ang="0">
                <a:pos x="connsiteX0" y="connsiteY0"/>
              </a:cxn>
              <a:cxn ang="0">
                <a:pos x="connsiteX1" y="connsiteY1"/>
              </a:cxn>
              <a:cxn ang="0">
                <a:pos x="connsiteX2" y="connsiteY2"/>
              </a:cxn>
              <a:cxn ang="0">
                <a:pos x="connsiteX3" y="connsiteY3"/>
              </a:cxn>
            </a:cxnLst>
            <a:rect l="l" t="t" r="r" b="b"/>
            <a:pathLst>
              <a:path w="4831128" h="2884828">
                <a:moveTo>
                  <a:pt x="0" y="0"/>
                </a:moveTo>
                <a:lnTo>
                  <a:pt x="4831128" y="0"/>
                </a:lnTo>
                <a:lnTo>
                  <a:pt x="4831128" y="2884828"/>
                </a:lnTo>
                <a:lnTo>
                  <a:pt x="0" y="2884828"/>
                </a:lnTo>
                <a:close/>
              </a:path>
            </a:pathLst>
          </a:custGeom>
        </p:spPr>
      </p:pic>
      <p:pic>
        <p:nvPicPr>
          <p:cNvPr id="27" name="Image 26" descr="Une image contenant intérieur, scène, meubles, plafond&#10;&#10;Le contenu généré par l’IA peut être incorrect.">
            <a:extLst>
              <a:ext uri="{FF2B5EF4-FFF2-40B4-BE49-F238E27FC236}">
                <a16:creationId xmlns:a16="http://schemas.microsoft.com/office/drawing/2014/main" id="{835D581F-59C5-99C6-0829-B14DE7C75EEF}"/>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6296027" y="2908301"/>
            <a:ext cx="4831128" cy="2884828"/>
          </a:xfrm>
          <a:custGeom>
            <a:avLst/>
            <a:gdLst>
              <a:gd name="connsiteX0" fmla="*/ 0 w 4831128"/>
              <a:gd name="connsiteY0" fmla="*/ 0 h 2884828"/>
              <a:gd name="connsiteX1" fmla="*/ 4831128 w 4831128"/>
              <a:gd name="connsiteY1" fmla="*/ 0 h 2884828"/>
              <a:gd name="connsiteX2" fmla="*/ 4831128 w 4831128"/>
              <a:gd name="connsiteY2" fmla="*/ 2884828 h 2884828"/>
              <a:gd name="connsiteX3" fmla="*/ 0 w 4831128"/>
              <a:gd name="connsiteY3" fmla="*/ 2884828 h 2884828"/>
            </a:gdLst>
            <a:ahLst/>
            <a:cxnLst>
              <a:cxn ang="0">
                <a:pos x="connsiteX0" y="connsiteY0"/>
              </a:cxn>
              <a:cxn ang="0">
                <a:pos x="connsiteX1" y="connsiteY1"/>
              </a:cxn>
              <a:cxn ang="0">
                <a:pos x="connsiteX2" y="connsiteY2"/>
              </a:cxn>
              <a:cxn ang="0">
                <a:pos x="connsiteX3" y="connsiteY3"/>
              </a:cxn>
            </a:cxnLst>
            <a:rect l="l" t="t" r="r" b="b"/>
            <a:pathLst>
              <a:path w="4831128" h="2884828">
                <a:moveTo>
                  <a:pt x="0" y="0"/>
                </a:moveTo>
                <a:lnTo>
                  <a:pt x="4831128" y="0"/>
                </a:lnTo>
                <a:lnTo>
                  <a:pt x="4831128" y="2884828"/>
                </a:lnTo>
                <a:lnTo>
                  <a:pt x="0" y="2884828"/>
                </a:lnTo>
                <a:close/>
              </a:path>
            </a:pathLst>
          </a:custGeom>
        </p:spPr>
      </p:pic>
      <p:sp>
        <p:nvSpPr>
          <p:cNvPr id="3" name="Rectangle 2">
            <a:extLst>
              <a:ext uri="{FF2B5EF4-FFF2-40B4-BE49-F238E27FC236}">
                <a16:creationId xmlns:a16="http://schemas.microsoft.com/office/drawing/2014/main" id="{7F6BBEB0-74B1-73F3-03F3-C996989697C3}"/>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86742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081C2-A74A-D5BA-AFE1-BC6B1B44B79C}"/>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21B5ABB5-0711-D21D-257D-E285AC101FA8}"/>
              </a:ext>
            </a:extLst>
          </p:cNvPr>
          <p:cNvSpPr>
            <a:spLocks noGrp="1"/>
          </p:cNvSpPr>
          <p:nvPr>
            <p:ph type="title" idx="4294967295"/>
          </p:nvPr>
        </p:nvSpPr>
        <p:spPr>
          <a:xfrm>
            <a:off x="5466160" y="1935589"/>
            <a:ext cx="10104438" cy="676275"/>
          </a:xfrm>
        </p:spPr>
        <p:txBody>
          <a:bodyPr anchor="t">
            <a:normAutofit fontScale="90000"/>
          </a:bodyPr>
          <a:lstStyle/>
          <a:p>
            <a:pPr>
              <a:lnSpc>
                <a:spcPts val="3700"/>
              </a:lnSpc>
            </a:pPr>
            <a:r>
              <a:rPr lang="fr-FR" b="1" dirty="0">
                <a:solidFill>
                  <a:schemeClr val="bg1"/>
                </a:solidFill>
              </a:rPr>
              <a:t>RESTAURATION</a:t>
            </a:r>
            <a:br>
              <a:rPr lang="fr-FR" b="1" dirty="0">
                <a:solidFill>
                  <a:schemeClr val="bg1"/>
                </a:solidFill>
              </a:rPr>
            </a:br>
            <a:r>
              <a:rPr lang="fr-FR" b="1" dirty="0">
                <a:solidFill>
                  <a:schemeClr val="bg1"/>
                </a:solidFill>
                <a:latin typeface="Poppins" pitchFamily="2" charset="77"/>
                <a:cs typeface="Poppins" pitchFamily="2" charset="77"/>
              </a:rPr>
              <a:t>BY TATA SUZANNE</a:t>
            </a:r>
            <a:r>
              <a:rPr lang="fr-FR" b="1" dirty="0">
                <a:solidFill>
                  <a:schemeClr val="bg1"/>
                </a:solidFill>
              </a:rPr>
              <a:t> </a:t>
            </a:r>
            <a:endParaRPr lang="fr-FR" b="1" dirty="0">
              <a:solidFill>
                <a:schemeClr val="bg1"/>
              </a:solidFill>
              <a:latin typeface="+mn-lt"/>
            </a:endParaRPr>
          </a:p>
        </p:txBody>
      </p:sp>
      <p:sp>
        <p:nvSpPr>
          <p:cNvPr id="12" name="Espace réservé du texte 3">
            <a:extLst>
              <a:ext uri="{FF2B5EF4-FFF2-40B4-BE49-F238E27FC236}">
                <a16:creationId xmlns:a16="http://schemas.microsoft.com/office/drawing/2014/main" id="{08F70AD5-5D74-1C46-314E-643A3C2C98DF}"/>
              </a:ext>
            </a:extLst>
          </p:cNvPr>
          <p:cNvSpPr txBox="1">
            <a:spLocks/>
          </p:cNvSpPr>
          <p:nvPr/>
        </p:nvSpPr>
        <p:spPr>
          <a:xfrm>
            <a:off x="5495554" y="3264410"/>
            <a:ext cx="10103850" cy="711062"/>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0"/>
              </a:spcBef>
            </a:pPr>
            <a:r>
              <a:rPr lang="fr-FR" dirty="0">
                <a:solidFill>
                  <a:schemeClr val="bg1"/>
                </a:solidFill>
                <a:latin typeface="Poppins" panose="00000500000000000000" pitchFamily="2" charset="0"/>
                <a:cs typeface="Poppins" panose="00000500000000000000" pitchFamily="2" charset="0"/>
              </a:rPr>
              <a:t>Fait-maison</a:t>
            </a:r>
            <a:r>
              <a:rPr lang="fr-FR" dirty="0">
                <a:solidFill>
                  <a:schemeClr val="bg1"/>
                </a:solidFill>
                <a:cs typeface="Poppins SemiBold" panose="00000700000000000000" pitchFamily="2" charset="0"/>
              </a:rPr>
              <a:t> et assuré par notre restaurant</a:t>
            </a:r>
          </a:p>
          <a:p>
            <a:pPr algn="l">
              <a:spcBef>
                <a:spcPts val="0"/>
              </a:spcBef>
            </a:pPr>
            <a:r>
              <a:rPr lang="fr-FR" dirty="0">
                <a:solidFill>
                  <a:schemeClr val="bg1"/>
                </a:solidFill>
                <a:cs typeface="Poppins SemiBold" panose="00000700000000000000" pitchFamily="2" charset="0"/>
              </a:rPr>
              <a:t>sur place qui vous servira des produits frais et de saison.</a:t>
            </a:r>
            <a:endParaRPr lang="fr-FR" sz="1600" dirty="0">
              <a:solidFill>
                <a:schemeClr val="bg1"/>
              </a:solidFill>
              <a:cs typeface="Poppins SemiBold" panose="00000700000000000000" pitchFamily="2" charset="0"/>
            </a:endParaRPr>
          </a:p>
        </p:txBody>
      </p:sp>
      <p:sp>
        <p:nvSpPr>
          <p:cNvPr id="3" name="Espace réservé du texte 3">
            <a:extLst>
              <a:ext uri="{FF2B5EF4-FFF2-40B4-BE49-F238E27FC236}">
                <a16:creationId xmlns:a16="http://schemas.microsoft.com/office/drawing/2014/main" id="{1230595B-FBA0-8092-015B-4B86B81D56DE}"/>
              </a:ext>
            </a:extLst>
          </p:cNvPr>
          <p:cNvSpPr txBox="1">
            <a:spLocks/>
          </p:cNvSpPr>
          <p:nvPr/>
        </p:nvSpPr>
        <p:spPr>
          <a:xfrm>
            <a:off x="5495554" y="4085401"/>
            <a:ext cx="5484541" cy="1188428"/>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600" dirty="0">
                <a:solidFill>
                  <a:schemeClr val="bg1"/>
                </a:solidFill>
                <a:latin typeface="Poppins" panose="00000500000000000000" pitchFamily="2" charset="0"/>
                <a:cs typeface="Poppins" panose="00000500000000000000" pitchFamily="2" charset="0"/>
              </a:rPr>
              <a:t>Déjeuner assis : entrée Plat ou Plat Dessert + eaux + cafés</a:t>
            </a:r>
            <a:br>
              <a:rPr lang="fr-FR" sz="1600" dirty="0">
                <a:solidFill>
                  <a:schemeClr val="bg1"/>
                </a:solidFill>
                <a:latin typeface="Poppins" panose="00000500000000000000" pitchFamily="2" charset="0"/>
                <a:cs typeface="Poppins" panose="00000500000000000000" pitchFamily="2" charset="0"/>
              </a:rPr>
            </a:br>
            <a:endParaRPr lang="fr-FR" sz="1600" dirty="0">
              <a:solidFill>
                <a:schemeClr val="bg1"/>
              </a:solidFill>
              <a:latin typeface="Poppins" panose="00000500000000000000" pitchFamily="2" charset="0"/>
              <a:cs typeface="Poppins" panose="00000500000000000000" pitchFamily="2" charset="0"/>
            </a:endParaRPr>
          </a:p>
        </p:txBody>
      </p:sp>
      <p:pic>
        <p:nvPicPr>
          <p:cNvPr id="5" name="Image 4" descr="Une image contenant halloween, citrouille&#10;&#10;Description générée automatiquement">
            <a:extLst>
              <a:ext uri="{FF2B5EF4-FFF2-40B4-BE49-F238E27FC236}">
                <a16:creationId xmlns:a16="http://schemas.microsoft.com/office/drawing/2014/main" id="{FFAEA58C-D178-FA53-CE86-57A89742CB2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588028" y="41591"/>
            <a:ext cx="1471892" cy="1471892"/>
          </a:xfrm>
          <a:prstGeom prst="rect">
            <a:avLst/>
          </a:prstGeom>
        </p:spPr>
      </p:pic>
      <p:sp>
        <p:nvSpPr>
          <p:cNvPr id="2" name="Rectangle 1">
            <a:extLst>
              <a:ext uri="{FF2B5EF4-FFF2-40B4-BE49-F238E27FC236}">
                <a16:creationId xmlns:a16="http://schemas.microsoft.com/office/drawing/2014/main" id="{E52254F2-3DA4-2C64-4BFF-10D8496AE694}"/>
              </a:ext>
            </a:extLst>
          </p:cNvPr>
          <p:cNvSpPr/>
          <p:nvPr/>
        </p:nvSpPr>
        <p:spPr>
          <a:xfrm rot="16200000">
            <a:off x="8116760" y="424597"/>
            <a:ext cx="70007" cy="51232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0" name="Image 19" descr="Une image contenant nourriture, repas, Restauration rapide, Cuisine&#10;&#10;Le contenu généré par l’IA peut être incorrect.">
            <a:extLst>
              <a:ext uri="{FF2B5EF4-FFF2-40B4-BE49-F238E27FC236}">
                <a16:creationId xmlns:a16="http://schemas.microsoft.com/office/drawing/2014/main" id="{E0F8ABD1-007C-CE5F-170E-E30546938B16}"/>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372450" y="1064871"/>
            <a:ext cx="3860800" cy="4728258"/>
          </a:xfrm>
          <a:custGeom>
            <a:avLst/>
            <a:gdLst>
              <a:gd name="connsiteX0" fmla="*/ 0 w 3860800"/>
              <a:gd name="connsiteY0" fmla="*/ 0 h 4728258"/>
              <a:gd name="connsiteX1" fmla="*/ 3860800 w 3860800"/>
              <a:gd name="connsiteY1" fmla="*/ 0 h 4728258"/>
              <a:gd name="connsiteX2" fmla="*/ 3860800 w 3860800"/>
              <a:gd name="connsiteY2" fmla="*/ 4728258 h 4728258"/>
              <a:gd name="connsiteX3" fmla="*/ 0 w 3860800"/>
              <a:gd name="connsiteY3" fmla="*/ 4728258 h 4728258"/>
            </a:gdLst>
            <a:ahLst/>
            <a:cxnLst>
              <a:cxn ang="0">
                <a:pos x="connsiteX0" y="connsiteY0"/>
              </a:cxn>
              <a:cxn ang="0">
                <a:pos x="connsiteX1" y="connsiteY1"/>
              </a:cxn>
              <a:cxn ang="0">
                <a:pos x="connsiteX2" y="connsiteY2"/>
              </a:cxn>
              <a:cxn ang="0">
                <a:pos x="connsiteX3" y="connsiteY3"/>
              </a:cxn>
            </a:cxnLst>
            <a:rect l="l" t="t" r="r" b="b"/>
            <a:pathLst>
              <a:path w="3860800" h="4728258">
                <a:moveTo>
                  <a:pt x="0" y="0"/>
                </a:moveTo>
                <a:lnTo>
                  <a:pt x="3860800" y="0"/>
                </a:lnTo>
                <a:lnTo>
                  <a:pt x="3860800" y="4728258"/>
                </a:lnTo>
                <a:lnTo>
                  <a:pt x="0" y="4728258"/>
                </a:lnTo>
                <a:close/>
              </a:path>
            </a:pathLst>
          </a:custGeom>
        </p:spPr>
      </p:pic>
      <p:sp>
        <p:nvSpPr>
          <p:cNvPr id="6" name="Rectangle 5">
            <a:extLst>
              <a:ext uri="{FF2B5EF4-FFF2-40B4-BE49-F238E27FC236}">
                <a16:creationId xmlns:a16="http://schemas.microsoft.com/office/drawing/2014/main" id="{2203C1FA-1FB4-0C66-205A-C88BB13B306F}"/>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94220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865E-A2F6-48A1-14D4-92828C54BD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AE94E80-A9FE-DEC6-F4A0-2781DA62E161}"/>
              </a:ext>
            </a:extLst>
          </p:cNvPr>
          <p:cNvSpPr>
            <a:spLocks noGrp="1"/>
          </p:cNvSpPr>
          <p:nvPr>
            <p:ph type="title" idx="4294967295"/>
          </p:nvPr>
        </p:nvSpPr>
        <p:spPr>
          <a:xfrm>
            <a:off x="6619184" y="2091527"/>
            <a:ext cx="6332537" cy="971550"/>
          </a:xfrm>
        </p:spPr>
        <p:txBody>
          <a:bodyPr>
            <a:noAutofit/>
          </a:bodyPr>
          <a:lstStyle/>
          <a:p>
            <a:r>
              <a:rPr lang="fr-FR" sz="4000" dirty="0">
                <a:solidFill>
                  <a:schemeClr val="bg1"/>
                </a:solidFill>
              </a:rPr>
              <a:t>TEAM</a:t>
            </a:r>
            <a:br>
              <a:rPr lang="fr-FR" sz="4000" dirty="0">
                <a:solidFill>
                  <a:schemeClr val="bg1"/>
                </a:solidFill>
              </a:rPr>
            </a:br>
            <a:r>
              <a:rPr lang="fr-FR" sz="4000" dirty="0">
                <a:solidFill>
                  <a:schemeClr val="bg1"/>
                </a:solidFill>
              </a:rPr>
              <a:t>BUILDING PADEL</a:t>
            </a:r>
          </a:p>
        </p:txBody>
      </p:sp>
      <p:sp>
        <p:nvSpPr>
          <p:cNvPr id="3" name="Espace réservé du texte 2">
            <a:extLst>
              <a:ext uri="{FF2B5EF4-FFF2-40B4-BE49-F238E27FC236}">
                <a16:creationId xmlns:a16="http://schemas.microsoft.com/office/drawing/2014/main" id="{93DE3BEE-BA21-5951-6FED-73E11E33E6F4}"/>
              </a:ext>
            </a:extLst>
          </p:cNvPr>
          <p:cNvSpPr>
            <a:spLocks noGrp="1"/>
          </p:cNvSpPr>
          <p:nvPr>
            <p:ph type="body" sz="quarter" idx="4294967295"/>
          </p:nvPr>
        </p:nvSpPr>
        <p:spPr>
          <a:xfrm>
            <a:off x="6880484" y="3485522"/>
            <a:ext cx="3760787" cy="612775"/>
          </a:xfrm>
        </p:spPr>
        <p:txBody>
          <a:bodyPr>
            <a:normAutofit fontScale="92500" lnSpcReduction="10000"/>
          </a:bodyPr>
          <a:lstStyle/>
          <a:p>
            <a:pPr marL="0" indent="0">
              <a:buNone/>
            </a:pPr>
            <a:r>
              <a:rPr lang="fr-FR" sz="1600" dirty="0">
                <a:solidFill>
                  <a:schemeClr val="bg1"/>
                </a:solidFill>
              </a:rPr>
              <a:t>Échauffement,</a:t>
            </a:r>
          </a:p>
          <a:p>
            <a:pPr marL="0" indent="0">
              <a:buNone/>
            </a:pPr>
            <a:r>
              <a:rPr lang="fr-FR" sz="1700" dirty="0">
                <a:solidFill>
                  <a:schemeClr val="bg1"/>
                </a:solidFill>
              </a:rPr>
              <a:t>constitution</a:t>
            </a:r>
            <a:r>
              <a:rPr lang="fr-FR" sz="1600" dirty="0">
                <a:solidFill>
                  <a:schemeClr val="bg1"/>
                </a:solidFill>
              </a:rPr>
              <a:t> d’équipes </a:t>
            </a:r>
          </a:p>
        </p:txBody>
      </p:sp>
      <p:sp>
        <p:nvSpPr>
          <p:cNvPr id="5" name="Espace réservé du texte 4">
            <a:extLst>
              <a:ext uri="{FF2B5EF4-FFF2-40B4-BE49-F238E27FC236}">
                <a16:creationId xmlns:a16="http://schemas.microsoft.com/office/drawing/2014/main" id="{26F4EB20-C7F0-A352-49EE-1DBDA7CC4608}"/>
              </a:ext>
            </a:extLst>
          </p:cNvPr>
          <p:cNvSpPr>
            <a:spLocks noGrp="1"/>
          </p:cNvSpPr>
          <p:nvPr>
            <p:ph type="body" sz="quarter" idx="4294967295"/>
          </p:nvPr>
        </p:nvSpPr>
        <p:spPr>
          <a:xfrm>
            <a:off x="413176" y="6052446"/>
            <a:ext cx="5116513" cy="369888"/>
          </a:xfrm>
        </p:spPr>
        <p:txBody>
          <a:bodyPr>
            <a:noAutofit/>
          </a:bodyPr>
          <a:lstStyle/>
          <a:p>
            <a:pPr marL="0" indent="0">
              <a:buNone/>
            </a:pPr>
            <a:r>
              <a:rPr lang="fr-FR" sz="1400" dirty="0">
                <a:solidFill>
                  <a:schemeClr val="bg1"/>
                </a:solidFill>
                <a:latin typeface="Poppins" panose="00000500000000000000" pitchFamily="2" charset="0"/>
                <a:cs typeface="Poppins" panose="00000500000000000000" pitchFamily="2" charset="0"/>
              </a:rPr>
              <a:t>Activité </a:t>
            </a:r>
            <a:r>
              <a:rPr lang="fr-FR" sz="1400" dirty="0" err="1">
                <a:solidFill>
                  <a:schemeClr val="bg1"/>
                </a:solidFill>
                <a:latin typeface="Poppins" panose="00000500000000000000" pitchFamily="2" charset="0"/>
                <a:cs typeface="Poppins" panose="00000500000000000000" pitchFamily="2" charset="0"/>
              </a:rPr>
              <a:t>Padel</a:t>
            </a:r>
            <a:r>
              <a:rPr lang="fr-FR" sz="1400" dirty="0">
                <a:solidFill>
                  <a:schemeClr val="bg1"/>
                </a:solidFill>
                <a:latin typeface="Poppins" panose="00000500000000000000" pitchFamily="2" charset="0"/>
                <a:cs typeface="Poppins" panose="00000500000000000000" pitchFamily="2" charset="0"/>
              </a:rPr>
              <a:t> accompagnée d’un coach </a:t>
            </a:r>
          </a:p>
        </p:txBody>
      </p:sp>
      <p:sp>
        <p:nvSpPr>
          <p:cNvPr id="7" name="Espace réservé du texte 6">
            <a:extLst>
              <a:ext uri="{FF2B5EF4-FFF2-40B4-BE49-F238E27FC236}">
                <a16:creationId xmlns:a16="http://schemas.microsoft.com/office/drawing/2014/main" id="{7CAD3896-9CE9-225E-9E36-8063787E94EC}"/>
              </a:ext>
            </a:extLst>
          </p:cNvPr>
          <p:cNvSpPr>
            <a:spLocks noGrp="1"/>
          </p:cNvSpPr>
          <p:nvPr>
            <p:ph type="body" sz="quarter" idx="4294967295"/>
          </p:nvPr>
        </p:nvSpPr>
        <p:spPr>
          <a:xfrm>
            <a:off x="6880484" y="4136170"/>
            <a:ext cx="5110480" cy="1722438"/>
          </a:xfrm>
        </p:spPr>
        <p:txBody>
          <a:bodyPr>
            <a:normAutofit/>
          </a:bodyPr>
          <a:lstStyle/>
          <a:p>
            <a:pPr marL="0" indent="0">
              <a:buNone/>
            </a:pPr>
            <a:r>
              <a:rPr lang="fr-FR" sz="1600" dirty="0">
                <a:solidFill>
                  <a:schemeClr val="bg1"/>
                </a:solidFill>
              </a:rPr>
              <a:t>Initiation, découverte, tournoi</a:t>
            </a:r>
          </a:p>
        </p:txBody>
      </p:sp>
      <p:sp>
        <p:nvSpPr>
          <p:cNvPr id="9" name="Espace réservé du texte 8">
            <a:extLst>
              <a:ext uri="{FF2B5EF4-FFF2-40B4-BE49-F238E27FC236}">
                <a16:creationId xmlns:a16="http://schemas.microsoft.com/office/drawing/2014/main" id="{407303E1-2D3A-AFD2-9FBE-DC61AB02B7CB}"/>
              </a:ext>
            </a:extLst>
          </p:cNvPr>
          <p:cNvSpPr>
            <a:spLocks noGrp="1"/>
          </p:cNvSpPr>
          <p:nvPr>
            <p:ph type="body" sz="quarter" idx="4294967295"/>
          </p:nvPr>
        </p:nvSpPr>
        <p:spPr>
          <a:xfrm>
            <a:off x="6880483" y="4526216"/>
            <a:ext cx="4860071" cy="612775"/>
          </a:xfrm>
        </p:spPr>
        <p:txBody>
          <a:bodyPr>
            <a:noAutofit/>
          </a:bodyPr>
          <a:lstStyle/>
          <a:p>
            <a:pPr marL="0" indent="0">
              <a:buNone/>
            </a:pPr>
            <a:r>
              <a:rPr lang="fr-FR" sz="1600" dirty="0">
                <a:solidFill>
                  <a:schemeClr val="bg1"/>
                </a:solidFill>
              </a:rPr>
              <a:t>Accessible à tous les niveaux de pratique </a:t>
            </a:r>
          </a:p>
        </p:txBody>
      </p:sp>
      <p:pic>
        <p:nvPicPr>
          <p:cNvPr id="17" name="Espace réservé pour une image  14" descr="Une image contenant noir, obscurité&#10;&#10;Description générée automatiquement">
            <a:extLst>
              <a:ext uri="{FF2B5EF4-FFF2-40B4-BE49-F238E27FC236}">
                <a16:creationId xmlns:a16="http://schemas.microsoft.com/office/drawing/2014/main" id="{D518A2EE-38DD-C8A6-30C6-98021B0E442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9281" t="-38325" r="-688"/>
          <a:stretch/>
        </p:blipFill>
        <p:spPr>
          <a:xfrm>
            <a:off x="10956071" y="-170721"/>
            <a:ext cx="958395" cy="1206000"/>
          </a:xfrm>
          <a:prstGeom prst="rect">
            <a:avLst/>
          </a:prstGeom>
        </p:spPr>
      </p:pic>
      <p:sp>
        <p:nvSpPr>
          <p:cNvPr id="18" name="ZoneTexte 17">
            <a:extLst>
              <a:ext uri="{FF2B5EF4-FFF2-40B4-BE49-F238E27FC236}">
                <a16:creationId xmlns:a16="http://schemas.microsoft.com/office/drawing/2014/main" id="{086FE51F-7172-CE1B-F359-02647580C8FC}"/>
              </a:ext>
            </a:extLst>
          </p:cNvPr>
          <p:cNvSpPr txBox="1"/>
          <p:nvPr/>
        </p:nvSpPr>
        <p:spPr>
          <a:xfrm>
            <a:off x="413176" y="6271709"/>
            <a:ext cx="6625532" cy="253916"/>
          </a:xfrm>
          <a:prstGeom prst="rect">
            <a:avLst/>
          </a:prstGeom>
          <a:noFill/>
        </p:spPr>
        <p:txBody>
          <a:bodyPr wrap="none" rtlCol="0">
            <a:spAutoFit/>
          </a:bodyPr>
          <a:lstStyle/>
          <a:p>
            <a:pPr algn="ctr"/>
            <a:r>
              <a:rPr lang="fr-FR" sz="1050" i="1" dirty="0">
                <a:solidFill>
                  <a:schemeClr val="bg1"/>
                </a:solidFill>
                <a:latin typeface="Poppins" panose="00000500000000000000" pitchFamily="2" charset="0"/>
                <a:cs typeface="Poppins" panose="00000500000000000000" pitchFamily="2" charset="0"/>
              </a:rPr>
              <a:t>L’activité est accessible aux personnes n’ayant pas de contre-indications à la pratique sportive.</a:t>
            </a:r>
          </a:p>
        </p:txBody>
      </p:sp>
      <p:sp>
        <p:nvSpPr>
          <p:cNvPr id="4" name="Rectangle 3">
            <a:extLst>
              <a:ext uri="{FF2B5EF4-FFF2-40B4-BE49-F238E27FC236}">
                <a16:creationId xmlns:a16="http://schemas.microsoft.com/office/drawing/2014/main" id="{37034CD0-CF4D-628C-25CC-5CA465140C29}"/>
              </a:ext>
            </a:extLst>
          </p:cNvPr>
          <p:cNvSpPr/>
          <p:nvPr/>
        </p:nvSpPr>
        <p:spPr>
          <a:xfrm rot="16200000">
            <a:off x="8956547" y="884209"/>
            <a:ext cx="74777" cy="4513995"/>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Rectangle 11">
            <a:extLst>
              <a:ext uri="{FF2B5EF4-FFF2-40B4-BE49-F238E27FC236}">
                <a16:creationId xmlns:a16="http://schemas.microsoft.com/office/drawing/2014/main" id="{B8E44039-A7B6-A9CF-4D67-9868FBB5B481}"/>
              </a:ext>
            </a:extLst>
          </p:cNvPr>
          <p:cNvSpPr/>
          <p:nvPr/>
        </p:nvSpPr>
        <p:spPr>
          <a:xfrm rot="16200000">
            <a:off x="6740781" y="3555948"/>
            <a:ext cx="118378" cy="126067"/>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7523804A-8D5D-F6E0-4207-6B5D2368D8B4}"/>
              </a:ext>
            </a:extLst>
          </p:cNvPr>
          <p:cNvSpPr/>
          <p:nvPr/>
        </p:nvSpPr>
        <p:spPr>
          <a:xfrm rot="16200000">
            <a:off x="6740782" y="4215445"/>
            <a:ext cx="118378" cy="126067"/>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Rectangle 14">
            <a:extLst>
              <a:ext uri="{FF2B5EF4-FFF2-40B4-BE49-F238E27FC236}">
                <a16:creationId xmlns:a16="http://schemas.microsoft.com/office/drawing/2014/main" id="{4B7E0322-7880-FBEB-0D9C-31B7C8CCB370}"/>
              </a:ext>
            </a:extLst>
          </p:cNvPr>
          <p:cNvSpPr/>
          <p:nvPr/>
        </p:nvSpPr>
        <p:spPr>
          <a:xfrm rot="16200000">
            <a:off x="6740781" y="4613607"/>
            <a:ext cx="118378" cy="126067"/>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2" name="Image 21" descr="Une image contenant personne, compétition sportive, tennis, sport&#10;&#10;Le contenu généré par l’IA peut être incorrect.">
            <a:extLst>
              <a:ext uri="{FF2B5EF4-FFF2-40B4-BE49-F238E27FC236}">
                <a16:creationId xmlns:a16="http://schemas.microsoft.com/office/drawing/2014/main" id="{8AC7D1FD-06AA-9895-B944-6F0A759353B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077089"/>
            <a:ext cx="6096000" cy="4703822"/>
          </a:xfrm>
          <a:custGeom>
            <a:avLst/>
            <a:gdLst>
              <a:gd name="connsiteX0" fmla="*/ 0 w 6249134"/>
              <a:gd name="connsiteY0" fmla="*/ 0 h 4703822"/>
              <a:gd name="connsiteX1" fmla="*/ 6249134 w 6249134"/>
              <a:gd name="connsiteY1" fmla="*/ 0 h 4703822"/>
              <a:gd name="connsiteX2" fmla="*/ 6249134 w 6249134"/>
              <a:gd name="connsiteY2" fmla="*/ 4703822 h 4703822"/>
              <a:gd name="connsiteX3" fmla="*/ 0 w 6249134"/>
              <a:gd name="connsiteY3" fmla="*/ 4703822 h 4703822"/>
            </a:gdLst>
            <a:ahLst/>
            <a:cxnLst>
              <a:cxn ang="0">
                <a:pos x="connsiteX0" y="connsiteY0"/>
              </a:cxn>
              <a:cxn ang="0">
                <a:pos x="connsiteX1" y="connsiteY1"/>
              </a:cxn>
              <a:cxn ang="0">
                <a:pos x="connsiteX2" y="connsiteY2"/>
              </a:cxn>
              <a:cxn ang="0">
                <a:pos x="connsiteX3" y="connsiteY3"/>
              </a:cxn>
            </a:cxnLst>
            <a:rect l="l" t="t" r="r" b="b"/>
            <a:pathLst>
              <a:path w="6249134" h="4703822">
                <a:moveTo>
                  <a:pt x="0" y="0"/>
                </a:moveTo>
                <a:lnTo>
                  <a:pt x="6249134" y="0"/>
                </a:lnTo>
                <a:lnTo>
                  <a:pt x="6249134" y="4703822"/>
                </a:lnTo>
                <a:lnTo>
                  <a:pt x="0" y="4703822"/>
                </a:lnTo>
                <a:close/>
              </a:path>
            </a:pathLst>
          </a:custGeom>
        </p:spPr>
      </p:pic>
      <p:sp>
        <p:nvSpPr>
          <p:cNvPr id="6" name="Rectangle 5">
            <a:extLst>
              <a:ext uri="{FF2B5EF4-FFF2-40B4-BE49-F238E27FC236}">
                <a16:creationId xmlns:a16="http://schemas.microsoft.com/office/drawing/2014/main" id="{B62365F2-4242-4EF7-72D8-ECEE35D9C00D}"/>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Espace réservé pour une image  8">
            <a:extLst>
              <a:ext uri="{FF2B5EF4-FFF2-40B4-BE49-F238E27FC236}">
                <a16:creationId xmlns:a16="http://schemas.microsoft.com/office/drawing/2014/main" id="{D112E364-1614-9455-BC7E-F3FA5B6BCC9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1478004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90745-AD8A-A43F-0391-B23528ADA17C}"/>
            </a:ext>
          </a:extLst>
        </p:cNvPr>
        <p:cNvGrpSpPr/>
        <p:nvPr/>
      </p:nvGrpSpPr>
      <p:grpSpPr>
        <a:xfrm>
          <a:off x="0" y="0"/>
          <a:ext cx="0" cy="0"/>
          <a:chOff x="0" y="0"/>
          <a:chExt cx="0" cy="0"/>
        </a:xfrm>
      </p:grpSpPr>
      <p:grpSp>
        <p:nvGrpSpPr>
          <p:cNvPr id="11" name="Groupe 10">
            <a:extLst>
              <a:ext uri="{FF2B5EF4-FFF2-40B4-BE49-F238E27FC236}">
                <a16:creationId xmlns:a16="http://schemas.microsoft.com/office/drawing/2014/main" id="{50F24E10-C629-CAB5-D283-EF16E3F0E292}"/>
              </a:ext>
            </a:extLst>
          </p:cNvPr>
          <p:cNvGrpSpPr/>
          <p:nvPr/>
        </p:nvGrpSpPr>
        <p:grpSpPr>
          <a:xfrm>
            <a:off x="1092167" y="1186959"/>
            <a:ext cx="10007666" cy="4484083"/>
            <a:chOff x="1054105" y="1186958"/>
            <a:chExt cx="10007666" cy="4484083"/>
          </a:xfrm>
        </p:grpSpPr>
        <p:pic>
          <p:nvPicPr>
            <p:cNvPr id="5" name="Image 4" descr="Une image contenant personne, sport, court, compétition sportive&#10;&#10;Le contenu généré par l’IA peut être incorrect.">
              <a:extLst>
                <a:ext uri="{FF2B5EF4-FFF2-40B4-BE49-F238E27FC236}">
                  <a16:creationId xmlns:a16="http://schemas.microsoft.com/office/drawing/2014/main" id="{0163B60C-3B44-BB29-2A5E-EF2FC08F101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5507" y="1186958"/>
              <a:ext cx="2989388" cy="4484083"/>
            </a:xfrm>
            <a:prstGeom prst="rect">
              <a:avLst/>
            </a:prstGeom>
          </p:spPr>
        </p:pic>
        <p:pic>
          <p:nvPicPr>
            <p:cNvPr id="7" name="Image 6" descr="Une image contenant habits, personne, Visage humain, fille&#10;&#10;Le contenu généré par l’IA peut être incorrect.">
              <a:extLst>
                <a:ext uri="{FF2B5EF4-FFF2-40B4-BE49-F238E27FC236}">
                  <a16:creationId xmlns:a16="http://schemas.microsoft.com/office/drawing/2014/main" id="{9B8543C2-D88C-F6E0-1ECF-0ABA6F2F363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8043839" y="1186958"/>
              <a:ext cx="3017932" cy="4484083"/>
            </a:xfrm>
            <a:prstGeom prst="rect">
              <a:avLst/>
            </a:prstGeom>
          </p:spPr>
        </p:pic>
        <p:pic>
          <p:nvPicPr>
            <p:cNvPr id="4" name="Image 3" descr="Une image contenant personne, compétition sportive, sport, habits&#10;&#10;Le contenu généré par l’IA peut être incorrect.">
              <a:extLst>
                <a:ext uri="{FF2B5EF4-FFF2-40B4-BE49-F238E27FC236}">
                  <a16:creationId xmlns:a16="http://schemas.microsoft.com/office/drawing/2014/main" id="{E2945299-5371-3958-1208-2E763CE69A3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54105" y="1186958"/>
              <a:ext cx="2989389" cy="4484083"/>
            </a:xfrm>
            <a:prstGeom prst="rect">
              <a:avLst/>
            </a:prstGeom>
          </p:spPr>
        </p:pic>
      </p:grpSp>
      <p:sp>
        <p:nvSpPr>
          <p:cNvPr id="2" name="Rectangle 1">
            <a:extLst>
              <a:ext uri="{FF2B5EF4-FFF2-40B4-BE49-F238E27FC236}">
                <a16:creationId xmlns:a16="http://schemas.microsoft.com/office/drawing/2014/main" id="{D3DB4FD1-83B0-4CC4-A50D-0F557D50AD40}"/>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Espace réservé pour une image  8">
            <a:extLst>
              <a:ext uri="{FF2B5EF4-FFF2-40B4-BE49-F238E27FC236}">
                <a16:creationId xmlns:a16="http://schemas.microsoft.com/office/drawing/2014/main" id="{3267AAD9-EE84-4A4E-38AE-5C050853B0C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3885635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A2D4-4791-8742-CE47-D3A25A0552FC}"/>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B355483E-93FA-D06B-D23F-396AD1495380}"/>
              </a:ext>
            </a:extLst>
          </p:cNvPr>
          <p:cNvSpPr>
            <a:spLocks noGrp="1"/>
          </p:cNvSpPr>
          <p:nvPr>
            <p:ph type="title" idx="4294967295"/>
          </p:nvPr>
        </p:nvSpPr>
        <p:spPr>
          <a:xfrm>
            <a:off x="6096000" y="2174484"/>
            <a:ext cx="6515100" cy="676275"/>
          </a:xfrm>
        </p:spPr>
        <p:txBody>
          <a:bodyPr anchor="t">
            <a:normAutofit/>
          </a:bodyPr>
          <a:lstStyle/>
          <a:p>
            <a:pPr>
              <a:lnSpc>
                <a:spcPts val="4000"/>
              </a:lnSpc>
            </a:pPr>
            <a:r>
              <a:rPr lang="fr-FR" b="1" dirty="0">
                <a:solidFill>
                  <a:schemeClr val="bg1"/>
                </a:solidFill>
                <a:latin typeface="Poppins" panose="00000500000000000000" pitchFamily="2" charset="0"/>
                <a:cs typeface="Poppins" panose="00000500000000000000" pitchFamily="2" charset="0"/>
              </a:rPr>
              <a:t>VESTIAIRES</a:t>
            </a:r>
          </a:p>
        </p:txBody>
      </p:sp>
      <p:sp>
        <p:nvSpPr>
          <p:cNvPr id="6" name="Rectangle 5">
            <a:extLst>
              <a:ext uri="{FF2B5EF4-FFF2-40B4-BE49-F238E27FC236}">
                <a16:creationId xmlns:a16="http://schemas.microsoft.com/office/drawing/2014/main" id="{F23E1545-76B4-D35B-AE81-71AE8C81B97F}"/>
              </a:ext>
            </a:extLst>
          </p:cNvPr>
          <p:cNvSpPr/>
          <p:nvPr/>
        </p:nvSpPr>
        <p:spPr>
          <a:xfrm rot="16200000">
            <a:off x="7913551" y="1097066"/>
            <a:ext cx="65596" cy="344178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Rectangle 2">
            <a:extLst>
              <a:ext uri="{FF2B5EF4-FFF2-40B4-BE49-F238E27FC236}">
                <a16:creationId xmlns:a16="http://schemas.microsoft.com/office/drawing/2014/main" id="{8E21ED76-FB9E-8D6B-BE26-7B1E641335A2}"/>
              </a:ext>
            </a:extLst>
          </p:cNvPr>
          <p:cNvSpPr/>
          <p:nvPr/>
        </p:nvSpPr>
        <p:spPr>
          <a:xfrm>
            <a:off x="-963886" y="2065716"/>
            <a:ext cx="126068" cy="1460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3">
            <a:extLst>
              <a:ext uri="{FF2B5EF4-FFF2-40B4-BE49-F238E27FC236}">
                <a16:creationId xmlns:a16="http://schemas.microsoft.com/office/drawing/2014/main" id="{72D7AB19-C768-93F8-09C9-60AA36B111DB}"/>
              </a:ext>
            </a:extLst>
          </p:cNvPr>
          <p:cNvSpPr txBox="1">
            <a:spLocks/>
          </p:cNvSpPr>
          <p:nvPr/>
        </p:nvSpPr>
        <p:spPr>
          <a:xfrm>
            <a:off x="6132853" y="2909933"/>
            <a:ext cx="5392754" cy="2853804"/>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600" dirty="0">
                <a:solidFill>
                  <a:schemeClr val="bg1"/>
                </a:solidFill>
                <a:latin typeface="Poppins" panose="00000500000000000000" pitchFamily="2" charset="0"/>
                <a:cs typeface="Poppins" panose="00000500000000000000" pitchFamily="2" charset="0"/>
              </a:rPr>
              <a:t>Pensez à prendre vos serviettes de douche car nous ne pourrons pas en fournir.</a:t>
            </a:r>
          </a:p>
          <a:p>
            <a:pPr algn="l"/>
            <a:r>
              <a:rPr lang="fr-FR" sz="1600" dirty="0">
                <a:solidFill>
                  <a:schemeClr val="bg1"/>
                </a:solidFill>
                <a:latin typeface="Poppins" panose="00000500000000000000" pitchFamily="2" charset="0"/>
                <a:cs typeface="Poppins" panose="00000500000000000000" pitchFamily="2" charset="0"/>
              </a:rPr>
              <a:t>Le site étant « plastic free », nous invitons chaque participant à se munir de sa propre gourde. Des fontaines à eau sont à disposition à proximité des différentes activités. </a:t>
            </a:r>
          </a:p>
          <a:p>
            <a:pPr algn="l"/>
            <a:endParaRPr lang="en-US" sz="1600" dirty="0">
              <a:solidFill>
                <a:schemeClr val="bg1"/>
              </a:solidFill>
              <a:latin typeface="Poppins" panose="00000500000000000000" pitchFamily="2" charset="0"/>
              <a:cs typeface="Poppins" panose="00000500000000000000" pitchFamily="2" charset="0"/>
            </a:endParaRPr>
          </a:p>
        </p:txBody>
      </p:sp>
      <p:sp>
        <p:nvSpPr>
          <p:cNvPr id="2" name="Rectangle 1">
            <a:extLst>
              <a:ext uri="{FF2B5EF4-FFF2-40B4-BE49-F238E27FC236}">
                <a16:creationId xmlns:a16="http://schemas.microsoft.com/office/drawing/2014/main" id="{A580829B-3E86-D155-4272-061223A639FE}"/>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descr="Une image contenant mur, intérieur, plafond, sol&#10;&#10;Le contenu généré par l’IA peut être incorrect.">
            <a:extLst>
              <a:ext uri="{FF2B5EF4-FFF2-40B4-BE49-F238E27FC236}">
                <a16:creationId xmlns:a16="http://schemas.microsoft.com/office/drawing/2014/main" id="{11F0F5B7-6DC0-B417-3BF8-A04EEBC44A8B}"/>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837527" y="-402221"/>
            <a:ext cx="8970380" cy="7662441"/>
          </a:xfrm>
          <a:custGeom>
            <a:avLst/>
            <a:gdLst>
              <a:gd name="connsiteX0" fmla="*/ 1915610 w 8970380"/>
              <a:gd name="connsiteY0" fmla="*/ 0 h 7662441"/>
              <a:gd name="connsiteX1" fmla="*/ 8970380 w 8970380"/>
              <a:gd name="connsiteY1" fmla="*/ 0 h 7662441"/>
              <a:gd name="connsiteX2" fmla="*/ 7054770 w 8970380"/>
              <a:gd name="connsiteY2" fmla="*/ 7662441 h 7662441"/>
              <a:gd name="connsiteX3" fmla="*/ 0 w 8970380"/>
              <a:gd name="connsiteY3" fmla="*/ 7662441 h 7662441"/>
            </a:gdLst>
            <a:ahLst/>
            <a:cxnLst>
              <a:cxn ang="0">
                <a:pos x="connsiteX0" y="connsiteY0"/>
              </a:cxn>
              <a:cxn ang="0">
                <a:pos x="connsiteX1" y="connsiteY1"/>
              </a:cxn>
              <a:cxn ang="0">
                <a:pos x="connsiteX2" y="connsiteY2"/>
              </a:cxn>
              <a:cxn ang="0">
                <a:pos x="connsiteX3" y="connsiteY3"/>
              </a:cxn>
            </a:cxnLst>
            <a:rect l="l" t="t" r="r" b="b"/>
            <a:pathLst>
              <a:path w="8970380" h="7662441">
                <a:moveTo>
                  <a:pt x="1915610" y="0"/>
                </a:moveTo>
                <a:lnTo>
                  <a:pt x="8970380" y="0"/>
                </a:lnTo>
                <a:lnTo>
                  <a:pt x="7054770" y="7662441"/>
                </a:lnTo>
                <a:lnTo>
                  <a:pt x="0" y="7662441"/>
                </a:lnTo>
                <a:close/>
              </a:path>
            </a:pathLst>
          </a:custGeom>
        </p:spPr>
      </p:pic>
      <p:pic>
        <p:nvPicPr>
          <p:cNvPr id="5" name="Espace réservé pour une image  8">
            <a:extLst>
              <a:ext uri="{FF2B5EF4-FFF2-40B4-BE49-F238E27FC236}">
                <a16:creationId xmlns:a16="http://schemas.microsoft.com/office/drawing/2014/main" id="{AD47C0E7-8861-C249-97A8-A9949861848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19253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DEDB1-E610-1D06-8234-D2199895CD06}"/>
            </a:ext>
          </a:extLst>
        </p:cNvPr>
        <p:cNvGrpSpPr/>
        <p:nvPr/>
      </p:nvGrpSpPr>
      <p:grpSpPr>
        <a:xfrm>
          <a:off x="0" y="0"/>
          <a:ext cx="0" cy="0"/>
          <a:chOff x="0" y="0"/>
          <a:chExt cx="0" cy="0"/>
        </a:xfrm>
      </p:grpSpPr>
      <p:sp>
        <p:nvSpPr>
          <p:cNvPr id="3" name="Titre 3">
            <a:extLst>
              <a:ext uri="{FF2B5EF4-FFF2-40B4-BE49-F238E27FC236}">
                <a16:creationId xmlns:a16="http://schemas.microsoft.com/office/drawing/2014/main" id="{BEA269F5-9063-1C12-21FC-50DAAD94C71C}"/>
              </a:ext>
            </a:extLst>
          </p:cNvPr>
          <p:cNvSpPr txBox="1">
            <a:spLocks/>
          </p:cNvSpPr>
          <p:nvPr/>
        </p:nvSpPr>
        <p:spPr>
          <a:xfrm>
            <a:off x="3810268" y="1037138"/>
            <a:ext cx="4710364" cy="6762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spc="300">
                <a:solidFill>
                  <a:schemeClr val="tx1"/>
                </a:solidFill>
                <a:latin typeface="+mj-lt"/>
                <a:ea typeface="+mj-ea"/>
                <a:cs typeface="+mj-cs"/>
              </a:defRPr>
            </a:lvl1pPr>
          </a:lstStyle>
          <a:p>
            <a:pPr>
              <a:lnSpc>
                <a:spcPts val="4000"/>
              </a:lnSpc>
            </a:pPr>
            <a:r>
              <a:rPr lang="fr-FR" b="1" dirty="0">
                <a:solidFill>
                  <a:schemeClr val="bg1"/>
                </a:solidFill>
                <a:latin typeface="Poppins" panose="00000500000000000000" pitchFamily="2" charset="0"/>
                <a:cs typeface="Poppins" panose="00000500000000000000" pitchFamily="2" charset="0"/>
              </a:rPr>
              <a:t>INTERVENTION</a:t>
            </a:r>
          </a:p>
        </p:txBody>
      </p:sp>
      <p:sp>
        <p:nvSpPr>
          <p:cNvPr id="8" name="Rectangle 7">
            <a:extLst>
              <a:ext uri="{FF2B5EF4-FFF2-40B4-BE49-F238E27FC236}">
                <a16:creationId xmlns:a16="http://schemas.microsoft.com/office/drawing/2014/main" id="{CF042CF7-6B03-CD46-4A30-11CCA52E638B}"/>
              </a:ext>
            </a:extLst>
          </p:cNvPr>
          <p:cNvSpPr/>
          <p:nvPr/>
        </p:nvSpPr>
        <p:spPr>
          <a:xfrm rot="16200000">
            <a:off x="6117411" y="-595117"/>
            <a:ext cx="65597" cy="4429187"/>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5" name="Groupe 24">
            <a:extLst>
              <a:ext uri="{FF2B5EF4-FFF2-40B4-BE49-F238E27FC236}">
                <a16:creationId xmlns:a16="http://schemas.microsoft.com/office/drawing/2014/main" id="{0C7A30E3-AAE3-B4CB-05C2-0AB15335A6E4}"/>
              </a:ext>
            </a:extLst>
          </p:cNvPr>
          <p:cNvGrpSpPr/>
          <p:nvPr/>
        </p:nvGrpSpPr>
        <p:grpSpPr>
          <a:xfrm>
            <a:off x="1162804" y="2257725"/>
            <a:ext cx="10512129" cy="3612937"/>
            <a:chOff x="885958" y="2432726"/>
            <a:chExt cx="10512129" cy="3612937"/>
          </a:xfrm>
        </p:grpSpPr>
        <p:sp>
          <p:nvSpPr>
            <p:cNvPr id="5" name="ZoneTexte 4">
              <a:extLst>
                <a:ext uri="{FF2B5EF4-FFF2-40B4-BE49-F238E27FC236}">
                  <a16:creationId xmlns:a16="http://schemas.microsoft.com/office/drawing/2014/main" id="{CCCC9431-B321-34A9-22AD-A36D81FA526A}"/>
                </a:ext>
              </a:extLst>
            </p:cNvPr>
            <p:cNvSpPr txBox="1"/>
            <p:nvPr/>
          </p:nvSpPr>
          <p:spPr>
            <a:xfrm>
              <a:off x="950634" y="5568219"/>
              <a:ext cx="4811197" cy="461665"/>
            </a:xfrm>
            <a:prstGeom prst="rect">
              <a:avLst/>
            </a:prstGeom>
            <a:noFill/>
          </p:spPr>
          <p:txBody>
            <a:bodyPr wrap="square" rtlCol="0">
              <a:spAutoFit/>
            </a:bodyPr>
            <a:lstStyle/>
            <a:p>
              <a:r>
                <a:rPr lang="fr-FR" sz="1200" dirty="0">
                  <a:solidFill>
                    <a:schemeClr val="bg1"/>
                  </a:solidFill>
                  <a:latin typeface="Poppins" panose="00000500000000000000" pitchFamily="2" charset="0"/>
                  <a:cs typeface="Poppins" panose="00000500000000000000" pitchFamily="2" charset="0"/>
                </a:rPr>
                <a:t>Ancien joueur professionnel</a:t>
              </a:r>
            </a:p>
            <a:p>
              <a:r>
                <a:rPr lang="fr-FR" sz="1200" dirty="0">
                  <a:solidFill>
                    <a:schemeClr val="bg1"/>
                  </a:solidFill>
                  <a:latin typeface="Poppins" panose="00000500000000000000" pitchFamily="2" charset="0"/>
                  <a:cs typeface="Poppins" panose="00000500000000000000" pitchFamily="2" charset="0"/>
                </a:rPr>
                <a:t>&amp; coach de tennis </a:t>
              </a:r>
            </a:p>
          </p:txBody>
        </p:sp>
        <p:pic>
          <p:nvPicPr>
            <p:cNvPr id="7" name="Espace réservé pour une image  15">
              <a:extLst>
                <a:ext uri="{FF2B5EF4-FFF2-40B4-BE49-F238E27FC236}">
                  <a16:creationId xmlns:a16="http://schemas.microsoft.com/office/drawing/2014/main" id="{0E6A67BF-4F7D-69A2-450A-3ED6A8B2517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118042" y="2476536"/>
              <a:ext cx="2860943" cy="2860943"/>
            </a:xfrm>
            <a:prstGeom prst="roundRect">
              <a:avLst>
                <a:gd name="adj" fmla="val 0"/>
              </a:avLst>
            </a:prstGeom>
          </p:spPr>
        </p:pic>
        <p:sp>
          <p:nvSpPr>
            <p:cNvPr id="11" name="ZoneTexte 10">
              <a:extLst>
                <a:ext uri="{FF2B5EF4-FFF2-40B4-BE49-F238E27FC236}">
                  <a16:creationId xmlns:a16="http://schemas.microsoft.com/office/drawing/2014/main" id="{F0B4CF47-6393-44D6-FF9D-B2FF85C450E0}"/>
                </a:ext>
              </a:extLst>
            </p:cNvPr>
            <p:cNvSpPr txBox="1"/>
            <p:nvPr/>
          </p:nvSpPr>
          <p:spPr>
            <a:xfrm>
              <a:off x="4329028" y="5575108"/>
              <a:ext cx="3596383" cy="461665"/>
            </a:xfrm>
            <a:prstGeom prst="rect">
              <a:avLst/>
            </a:prstGeom>
            <a:noFill/>
          </p:spPr>
          <p:txBody>
            <a:bodyPr wrap="square" rtlCol="0">
              <a:spAutoFit/>
            </a:bodyPr>
            <a:lstStyle/>
            <a:p>
              <a:r>
                <a:rPr lang="fr-FR" sz="1200" dirty="0">
                  <a:solidFill>
                    <a:schemeClr val="bg1"/>
                  </a:solidFill>
                  <a:latin typeface="Poppins" panose="00000500000000000000" pitchFamily="2" charset="0"/>
                  <a:cs typeface="Poppins" panose="00000500000000000000" pitchFamily="2" charset="0"/>
                </a:rPr>
                <a:t>Ancien joueur professionnel</a:t>
              </a:r>
            </a:p>
            <a:p>
              <a:r>
                <a:rPr lang="fr-FR" sz="1200" dirty="0">
                  <a:solidFill>
                    <a:schemeClr val="bg1"/>
                  </a:solidFill>
                  <a:latin typeface="Poppins" panose="00000500000000000000" pitchFamily="2" charset="0"/>
                  <a:cs typeface="Poppins" panose="00000500000000000000" pitchFamily="2" charset="0"/>
                </a:rPr>
                <a:t>de tennis </a:t>
              </a:r>
            </a:p>
          </p:txBody>
        </p:sp>
        <p:pic>
          <p:nvPicPr>
            <p:cNvPr id="14" name="Espace réservé pour une image  15">
              <a:extLst>
                <a:ext uri="{FF2B5EF4-FFF2-40B4-BE49-F238E27FC236}">
                  <a16:creationId xmlns:a16="http://schemas.microsoft.com/office/drawing/2014/main" id="{BCE24A6A-270E-C064-D291-CC654FEDEA7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503628" y="2475972"/>
              <a:ext cx="2860943" cy="2861508"/>
            </a:xfrm>
            <a:prstGeom prst="roundRect">
              <a:avLst>
                <a:gd name="adj" fmla="val 0"/>
              </a:avLst>
            </a:prstGeom>
          </p:spPr>
        </p:pic>
        <p:sp>
          <p:nvSpPr>
            <p:cNvPr id="2" name="ZoneTexte 1">
              <a:extLst>
                <a:ext uri="{FF2B5EF4-FFF2-40B4-BE49-F238E27FC236}">
                  <a16:creationId xmlns:a16="http://schemas.microsoft.com/office/drawing/2014/main" id="{5405BD57-68AF-8FAB-28FD-A7F6E698DDBE}"/>
                </a:ext>
              </a:extLst>
            </p:cNvPr>
            <p:cNvSpPr txBox="1"/>
            <p:nvPr/>
          </p:nvSpPr>
          <p:spPr>
            <a:xfrm>
              <a:off x="7695192" y="5583998"/>
              <a:ext cx="3702895" cy="461665"/>
            </a:xfrm>
            <a:prstGeom prst="rect">
              <a:avLst/>
            </a:prstGeom>
            <a:noFill/>
          </p:spPr>
          <p:txBody>
            <a:bodyPr wrap="square" rtlCol="0">
              <a:spAutoFit/>
            </a:bodyPr>
            <a:lstStyle/>
            <a:p>
              <a:r>
                <a:rPr lang="fr-FR" sz="1200" dirty="0">
                  <a:solidFill>
                    <a:schemeClr val="bg1"/>
                  </a:solidFill>
                  <a:latin typeface="Poppins" panose="00000500000000000000" pitchFamily="2" charset="0"/>
                  <a:cs typeface="Poppins" panose="00000500000000000000" pitchFamily="2" charset="0"/>
                </a:rPr>
                <a:t>Entraineur physique de sportifs</a:t>
              </a:r>
            </a:p>
            <a:p>
              <a:r>
                <a:rPr lang="fr-FR" sz="1200" dirty="0">
                  <a:solidFill>
                    <a:schemeClr val="bg1"/>
                  </a:solidFill>
                  <a:latin typeface="Poppins" panose="00000500000000000000" pitchFamily="2" charset="0"/>
                  <a:cs typeface="Poppins" panose="00000500000000000000" pitchFamily="2" charset="0"/>
                </a:rPr>
                <a:t>de haut niveau</a:t>
              </a:r>
            </a:p>
          </p:txBody>
        </p:sp>
        <p:pic>
          <p:nvPicPr>
            <p:cNvPr id="13" name="Image 12" descr="Une image contenant habits, personne, Visage humain, haut&#10;&#10;Description générée automatiquement">
              <a:extLst>
                <a:ext uri="{FF2B5EF4-FFF2-40B4-BE49-F238E27FC236}">
                  <a16:creationId xmlns:a16="http://schemas.microsoft.com/office/drawing/2014/main" id="{C53F14F1-7FE7-E3DF-1DD4-A8EAA453B1A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873974" y="2432726"/>
              <a:ext cx="2860943" cy="2948000"/>
            </a:xfrm>
            <a:prstGeom prst="roundRect">
              <a:avLst>
                <a:gd name="adj" fmla="val 0"/>
              </a:avLst>
            </a:prstGeom>
          </p:spPr>
        </p:pic>
        <p:sp>
          <p:nvSpPr>
            <p:cNvPr id="9" name="Rectangle 8">
              <a:extLst>
                <a:ext uri="{FF2B5EF4-FFF2-40B4-BE49-F238E27FC236}">
                  <a16:creationId xmlns:a16="http://schemas.microsoft.com/office/drawing/2014/main" id="{73DC8920-7523-6179-213A-72F719B36C08}"/>
                </a:ext>
              </a:extLst>
            </p:cNvPr>
            <p:cNvSpPr/>
            <p:nvPr/>
          </p:nvSpPr>
          <p:spPr>
            <a:xfrm rot="16200000">
              <a:off x="1830586" y="4345470"/>
              <a:ext cx="400017" cy="1984015"/>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ZoneTexte 9">
              <a:extLst>
                <a:ext uri="{FF2B5EF4-FFF2-40B4-BE49-F238E27FC236}">
                  <a16:creationId xmlns:a16="http://schemas.microsoft.com/office/drawing/2014/main" id="{AF1989E8-FE05-45BE-7187-C93D02E9FD83}"/>
                </a:ext>
              </a:extLst>
            </p:cNvPr>
            <p:cNvSpPr txBox="1"/>
            <p:nvPr/>
          </p:nvSpPr>
          <p:spPr>
            <a:xfrm>
              <a:off x="885958" y="5173916"/>
              <a:ext cx="2257186" cy="338554"/>
            </a:xfrm>
            <a:prstGeom prst="rect">
              <a:avLst/>
            </a:prstGeom>
            <a:noFill/>
          </p:spPr>
          <p:txBody>
            <a:bodyPr wrap="square" rtlCol="0">
              <a:spAutoFit/>
            </a:bodyPr>
            <a:lstStyle/>
            <a:p>
              <a:pPr algn="ctr"/>
              <a:r>
                <a:rPr lang="fr-FR" sz="1600" b="1" dirty="0">
                  <a:solidFill>
                    <a:schemeClr val="bg1"/>
                  </a:solidFill>
                  <a:latin typeface="Poppins" panose="00000500000000000000" pitchFamily="2" charset="0"/>
                  <a:cs typeface="Poppins" panose="00000500000000000000" pitchFamily="2" charset="0"/>
                </a:rPr>
                <a:t>THIERRY ASCIONE</a:t>
              </a:r>
            </a:p>
          </p:txBody>
        </p:sp>
        <p:sp>
          <p:nvSpPr>
            <p:cNvPr id="12" name="Rectangle 11">
              <a:extLst>
                <a:ext uri="{FF2B5EF4-FFF2-40B4-BE49-F238E27FC236}">
                  <a16:creationId xmlns:a16="http://schemas.microsoft.com/office/drawing/2014/main" id="{8D9CE887-B24E-6753-4384-15068017B2A5}"/>
                </a:ext>
              </a:extLst>
            </p:cNvPr>
            <p:cNvSpPr/>
            <p:nvPr/>
          </p:nvSpPr>
          <p:spPr>
            <a:xfrm rot="16200000">
              <a:off x="5423496" y="4137449"/>
              <a:ext cx="400017" cy="2399196"/>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ZoneTexte 16">
              <a:extLst>
                <a:ext uri="{FF2B5EF4-FFF2-40B4-BE49-F238E27FC236}">
                  <a16:creationId xmlns:a16="http://schemas.microsoft.com/office/drawing/2014/main" id="{7E728459-E4EC-3094-AB36-A87B3D64ABD4}"/>
                </a:ext>
              </a:extLst>
            </p:cNvPr>
            <p:cNvSpPr txBox="1"/>
            <p:nvPr/>
          </p:nvSpPr>
          <p:spPr>
            <a:xfrm>
              <a:off x="4221690" y="5175090"/>
              <a:ext cx="2786573" cy="338554"/>
            </a:xfrm>
            <a:prstGeom prst="rect">
              <a:avLst/>
            </a:prstGeom>
            <a:noFill/>
          </p:spPr>
          <p:txBody>
            <a:bodyPr wrap="square" rtlCol="0">
              <a:spAutoFit/>
            </a:bodyPr>
            <a:lstStyle/>
            <a:p>
              <a:pPr algn="ctr"/>
              <a:r>
                <a:rPr lang="fr-FR" sz="1600" b="1" dirty="0">
                  <a:solidFill>
                    <a:schemeClr val="bg1"/>
                  </a:solidFill>
                  <a:latin typeface="Poppins" panose="00000500000000000000" pitchFamily="2" charset="0"/>
                  <a:cs typeface="Poppins" panose="00000500000000000000" pitchFamily="2" charset="0"/>
                </a:rPr>
                <a:t>JO-WILFRIED TSONGA </a:t>
              </a:r>
            </a:p>
          </p:txBody>
        </p:sp>
        <p:sp>
          <p:nvSpPr>
            <p:cNvPr id="19" name="Rectangle 18">
              <a:extLst>
                <a:ext uri="{FF2B5EF4-FFF2-40B4-BE49-F238E27FC236}">
                  <a16:creationId xmlns:a16="http://schemas.microsoft.com/office/drawing/2014/main" id="{025CA8D6-3A09-6F31-31A3-B8C783053FA0}"/>
                </a:ext>
              </a:extLst>
            </p:cNvPr>
            <p:cNvSpPr/>
            <p:nvPr/>
          </p:nvSpPr>
          <p:spPr>
            <a:xfrm rot="16200000">
              <a:off x="8502067" y="4442060"/>
              <a:ext cx="400017" cy="1815113"/>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3">
              <a:extLst>
                <a:ext uri="{FF2B5EF4-FFF2-40B4-BE49-F238E27FC236}">
                  <a16:creationId xmlns:a16="http://schemas.microsoft.com/office/drawing/2014/main" id="{8AE4E62C-9B23-E0CF-FFCD-7F448D30E162}"/>
                </a:ext>
              </a:extLst>
            </p:cNvPr>
            <p:cNvSpPr txBox="1"/>
            <p:nvPr/>
          </p:nvSpPr>
          <p:spPr>
            <a:xfrm>
              <a:off x="7308241" y="5195137"/>
              <a:ext cx="2786573" cy="338554"/>
            </a:xfrm>
            <a:prstGeom prst="rect">
              <a:avLst/>
            </a:prstGeom>
            <a:noFill/>
          </p:spPr>
          <p:txBody>
            <a:bodyPr wrap="square" rtlCol="0">
              <a:spAutoFit/>
            </a:bodyPr>
            <a:lstStyle/>
            <a:p>
              <a:pPr algn="ctr"/>
              <a:r>
                <a:rPr lang="fr-FR" sz="1600" b="1" dirty="0">
                  <a:solidFill>
                    <a:schemeClr val="bg1"/>
                  </a:solidFill>
                  <a:latin typeface="Poppins" panose="00000500000000000000" pitchFamily="2" charset="0"/>
                  <a:cs typeface="Poppins" panose="00000500000000000000" pitchFamily="2" charset="0"/>
                </a:rPr>
                <a:t>XAVIER MOREAU</a:t>
              </a:r>
            </a:p>
          </p:txBody>
        </p:sp>
      </p:grpSp>
      <p:sp>
        <p:nvSpPr>
          <p:cNvPr id="6" name="Rectangle 5">
            <a:extLst>
              <a:ext uri="{FF2B5EF4-FFF2-40B4-BE49-F238E27FC236}">
                <a16:creationId xmlns:a16="http://schemas.microsoft.com/office/drawing/2014/main" id="{802AC202-7426-B4A4-95DA-37765D939EEC}"/>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Espace réservé pour une image  8">
            <a:extLst>
              <a:ext uri="{FF2B5EF4-FFF2-40B4-BE49-F238E27FC236}">
                <a16:creationId xmlns:a16="http://schemas.microsoft.com/office/drawing/2014/main" id="{85D0A1D5-9E53-E451-A477-5EAD4963724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3662120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B2631-D025-4248-6A08-B672D7331173}"/>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8F8E594-E4CC-2BC5-7AE1-AB85F17A9923}"/>
              </a:ext>
            </a:extLst>
          </p:cNvPr>
          <p:cNvSpPr/>
          <p:nvPr/>
        </p:nvSpPr>
        <p:spPr>
          <a:xfrm>
            <a:off x="8346682" y="4674870"/>
            <a:ext cx="160020" cy="1452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9A7B899C-DF55-3741-9EC9-748ED465300A}"/>
              </a:ext>
            </a:extLst>
          </p:cNvPr>
          <p:cNvSpPr/>
          <p:nvPr/>
        </p:nvSpPr>
        <p:spPr>
          <a:xfrm>
            <a:off x="8119110" y="4674870"/>
            <a:ext cx="160020" cy="1452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3">
            <a:extLst>
              <a:ext uri="{FF2B5EF4-FFF2-40B4-BE49-F238E27FC236}">
                <a16:creationId xmlns:a16="http://schemas.microsoft.com/office/drawing/2014/main" id="{DF9D96BD-B9B0-C878-20B7-E9DA8B23162F}"/>
              </a:ext>
            </a:extLst>
          </p:cNvPr>
          <p:cNvSpPr>
            <a:spLocks noGrp="1"/>
          </p:cNvSpPr>
          <p:nvPr>
            <p:ph type="title" idx="4294967295"/>
          </p:nvPr>
        </p:nvSpPr>
        <p:spPr>
          <a:xfrm>
            <a:off x="571030" y="1012444"/>
            <a:ext cx="6515100" cy="676275"/>
          </a:xfrm>
        </p:spPr>
        <p:txBody>
          <a:bodyPr anchor="t">
            <a:normAutofit/>
          </a:bodyPr>
          <a:lstStyle/>
          <a:p>
            <a:pPr>
              <a:lnSpc>
                <a:spcPts val="3700"/>
              </a:lnSpc>
            </a:pPr>
            <a:r>
              <a:rPr lang="fr-FR" sz="4000" b="1" dirty="0">
                <a:solidFill>
                  <a:schemeClr val="bg1"/>
                </a:solidFill>
                <a:latin typeface="Poppins" panose="00000500000000000000" pitchFamily="2" charset="0"/>
                <a:cs typeface="Poppins" panose="00000500000000000000" pitchFamily="2" charset="0"/>
              </a:rPr>
              <a:t>ACCESSIBILITÉ</a:t>
            </a:r>
          </a:p>
        </p:txBody>
      </p:sp>
      <p:sp>
        <p:nvSpPr>
          <p:cNvPr id="6" name="Rectangle 5">
            <a:extLst>
              <a:ext uri="{FF2B5EF4-FFF2-40B4-BE49-F238E27FC236}">
                <a16:creationId xmlns:a16="http://schemas.microsoft.com/office/drawing/2014/main" id="{6E55FF1D-FF38-7623-3F1B-A2927FE0F349}"/>
              </a:ext>
            </a:extLst>
          </p:cNvPr>
          <p:cNvSpPr/>
          <p:nvPr/>
        </p:nvSpPr>
        <p:spPr>
          <a:xfrm rot="16200000">
            <a:off x="2677438" y="-462988"/>
            <a:ext cx="68271" cy="4090758"/>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Espace réservé du texte 3">
            <a:extLst>
              <a:ext uri="{FF2B5EF4-FFF2-40B4-BE49-F238E27FC236}">
                <a16:creationId xmlns:a16="http://schemas.microsoft.com/office/drawing/2014/main" id="{B452C3D5-57B4-541D-5976-3FA00FD250CC}"/>
              </a:ext>
            </a:extLst>
          </p:cNvPr>
          <p:cNvSpPr txBox="1">
            <a:spLocks/>
          </p:cNvSpPr>
          <p:nvPr/>
        </p:nvSpPr>
        <p:spPr>
          <a:xfrm>
            <a:off x="6155120" y="1964342"/>
            <a:ext cx="5392754" cy="2562105"/>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endParaRPr lang="fr-FR" sz="1300" b="1" dirty="0">
              <a:solidFill>
                <a:schemeClr val="bg1"/>
              </a:solidFill>
              <a:latin typeface="Poppins"/>
              <a:cs typeface="Poppins"/>
            </a:endParaRPr>
          </a:p>
          <a:p>
            <a:pPr marL="285750" indent="-285750" algn="l">
              <a:buFont typeface="Arial,Sans-Serif" panose="020B0604020202020204" pitchFamily="34" charset="0"/>
              <a:buChar char="•"/>
            </a:pPr>
            <a:r>
              <a:rPr lang="fr-FR" sz="1300" b="1" dirty="0">
                <a:solidFill>
                  <a:schemeClr val="bg1"/>
                </a:solidFill>
                <a:latin typeface="Poppins"/>
                <a:cs typeface="Poppins"/>
              </a:rPr>
              <a:t>Pour accéder au Country Club en voiture</a:t>
            </a:r>
            <a:r>
              <a:rPr lang="fr-FR" sz="1300" b="1" dirty="0">
                <a:solidFill>
                  <a:srgbClr val="F4BF88"/>
                </a:solidFill>
                <a:latin typeface="Poppins"/>
                <a:cs typeface="Poppins"/>
              </a:rPr>
              <a:t>*</a:t>
            </a:r>
            <a:r>
              <a:rPr lang="fr-FR" sz="1300" b="1" dirty="0">
                <a:solidFill>
                  <a:schemeClr val="bg1"/>
                </a:solidFill>
                <a:latin typeface="Poppins"/>
                <a:cs typeface="Poppins"/>
              </a:rPr>
              <a:t> :</a:t>
            </a:r>
            <a:endParaRPr lang="en-US" sz="1300" dirty="0">
              <a:solidFill>
                <a:schemeClr val="bg1"/>
              </a:solidFill>
              <a:latin typeface="Poppins"/>
              <a:cs typeface="Poppins"/>
            </a:endParaRPr>
          </a:p>
          <a:p>
            <a:pPr marL="971550" lvl="1" indent="-285750">
              <a:buFont typeface="Arial,Sans-Serif" panose="020B0604020202020204" pitchFamily="34" charset="0"/>
              <a:buChar char="•"/>
            </a:pPr>
            <a:r>
              <a:rPr lang="fr-FR" sz="1300" dirty="0">
                <a:solidFill>
                  <a:schemeClr val="bg1"/>
                </a:solidFill>
                <a:latin typeface="Poppins"/>
                <a:cs typeface="Poppins"/>
              </a:rPr>
              <a:t>Stationnement gratuit au P5 </a:t>
            </a:r>
            <a:endParaRPr lang="fr-FR" sz="1300" dirty="0">
              <a:solidFill>
                <a:schemeClr val="bg1"/>
              </a:solidFill>
              <a:latin typeface="Poppins" pitchFamily="2" charset="77"/>
              <a:cs typeface="Poppins" pitchFamily="2" charset="77"/>
            </a:endParaRPr>
          </a:p>
          <a:p>
            <a:pPr marL="971550" lvl="1" indent="-285750">
              <a:buFont typeface="Arial,Sans-Serif" panose="020B0604020202020204" pitchFamily="34" charset="0"/>
              <a:buChar char="•"/>
            </a:pPr>
            <a:r>
              <a:rPr lang="fr-FR" sz="1300" dirty="0">
                <a:solidFill>
                  <a:schemeClr val="bg1"/>
                </a:solidFill>
                <a:latin typeface="Poppins"/>
                <a:cs typeface="Poppins"/>
              </a:rPr>
              <a:t>Hauteur maximum autorisée : 2,60M</a:t>
            </a:r>
          </a:p>
          <a:p>
            <a:pPr marL="1428750" lvl="2" indent="-285750">
              <a:buFont typeface="Wingdings" panose="020B0604020202020204" pitchFamily="34" charset="0"/>
              <a:buChar char="§"/>
            </a:pPr>
            <a:r>
              <a:rPr lang="fr-FR" sz="1300" dirty="0">
                <a:solidFill>
                  <a:schemeClr val="bg1"/>
                </a:solidFill>
                <a:latin typeface="Poppins"/>
                <a:cs typeface="Poppins"/>
              </a:rPr>
              <a:t>Sortir à l'échangeur 7</a:t>
            </a:r>
          </a:p>
          <a:p>
            <a:pPr marL="1428750" lvl="2" indent="-285750">
              <a:buFont typeface="Wingdings" panose="020B0604020202020204" pitchFamily="34" charset="0"/>
              <a:buChar char="§"/>
            </a:pPr>
            <a:r>
              <a:rPr lang="fr-FR" sz="1300" dirty="0">
                <a:solidFill>
                  <a:schemeClr val="bg1"/>
                </a:solidFill>
                <a:latin typeface="Poppins"/>
                <a:cs typeface="Poppins"/>
              </a:rPr>
              <a:t>Entrer par le portail 6 (droite)</a:t>
            </a:r>
          </a:p>
          <a:p>
            <a:pPr marL="1428750" lvl="2" indent="-285750">
              <a:buFont typeface="Wingdings" panose="020B0604020202020204" pitchFamily="34" charset="0"/>
              <a:buChar char="§"/>
            </a:pPr>
            <a:r>
              <a:rPr lang="fr-FR" sz="1300" dirty="0">
                <a:solidFill>
                  <a:schemeClr val="bg1"/>
                </a:solidFill>
                <a:latin typeface="Poppins"/>
                <a:cs typeface="Poppins"/>
              </a:rPr>
              <a:t>Se mettre sur la voie de droite</a:t>
            </a:r>
          </a:p>
          <a:p>
            <a:pPr marL="1428750" lvl="2" indent="-285750">
              <a:buFont typeface="Wingdings" panose="020B0604020202020204" pitchFamily="34" charset="0"/>
              <a:buChar char="§"/>
            </a:pPr>
            <a:r>
              <a:rPr lang="fr-FR" sz="1300" dirty="0">
                <a:solidFill>
                  <a:schemeClr val="bg1"/>
                </a:solidFill>
                <a:latin typeface="Poppins"/>
                <a:cs typeface="Poppins"/>
              </a:rPr>
              <a:t>Suivre la direction parking P5  et Country Club </a:t>
            </a:r>
          </a:p>
          <a:p>
            <a:pPr marL="1428750" lvl="2" indent="-285750">
              <a:buFont typeface="Wingdings" panose="020B0604020202020204" pitchFamily="34" charset="0"/>
              <a:buChar char="§"/>
            </a:pPr>
            <a:endParaRPr lang="fr-FR" sz="1300" dirty="0">
              <a:solidFill>
                <a:schemeClr val="bg1"/>
              </a:solidFill>
              <a:latin typeface="Poppins"/>
              <a:cs typeface="Poppins"/>
            </a:endParaRPr>
          </a:p>
          <a:p>
            <a:pPr marL="285750" indent="-285750"/>
            <a:endParaRPr lang="fr-FR" sz="1300" dirty="0">
              <a:solidFill>
                <a:schemeClr val="bg1"/>
              </a:solidFill>
              <a:cs typeface="Poppins Regular"/>
            </a:endParaRPr>
          </a:p>
          <a:p>
            <a:pPr marL="971550" lvl="1" indent="-285750">
              <a:buFont typeface="Wingdings" panose="020B0604020202020204" pitchFamily="34" charset="0"/>
              <a:buChar char="Ø"/>
            </a:pPr>
            <a:endParaRPr lang="fr-FR" sz="1300" dirty="0">
              <a:solidFill>
                <a:schemeClr val="bg1"/>
              </a:solidFill>
              <a:latin typeface="Poppins" pitchFamily="2" charset="77"/>
              <a:cs typeface="Poppins" pitchFamily="2" charset="77"/>
            </a:endParaRPr>
          </a:p>
          <a:p>
            <a:pPr algn="l"/>
            <a:endParaRPr lang="en-US" sz="1300" dirty="0">
              <a:solidFill>
                <a:schemeClr val="bg1"/>
              </a:solidFill>
              <a:latin typeface="Poppins" panose="00000500000000000000" pitchFamily="2" charset="0"/>
              <a:cs typeface="Poppins" panose="00000500000000000000" pitchFamily="2" charset="0"/>
            </a:endParaRPr>
          </a:p>
        </p:txBody>
      </p:sp>
      <p:sp>
        <p:nvSpPr>
          <p:cNvPr id="2" name="Espace réservé du texte 3">
            <a:extLst>
              <a:ext uri="{FF2B5EF4-FFF2-40B4-BE49-F238E27FC236}">
                <a16:creationId xmlns:a16="http://schemas.microsoft.com/office/drawing/2014/main" id="{A954554C-D2EE-B4CB-6A54-F2F3A2EB7C3C}"/>
              </a:ext>
            </a:extLst>
          </p:cNvPr>
          <p:cNvSpPr txBox="1">
            <a:spLocks/>
          </p:cNvSpPr>
          <p:nvPr/>
        </p:nvSpPr>
        <p:spPr>
          <a:xfrm>
            <a:off x="6155120" y="4309743"/>
            <a:ext cx="6400800" cy="1595061"/>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Arial,Sans-Serif" panose="020B0604020202020204" pitchFamily="34" charset="0"/>
              <a:buChar char="•"/>
            </a:pPr>
            <a:r>
              <a:rPr lang="fr-FR" sz="1300" b="1" dirty="0">
                <a:solidFill>
                  <a:schemeClr val="bg1"/>
                </a:solidFill>
                <a:latin typeface="Poppins" panose="00000500000000000000" pitchFamily="2" charset="0"/>
                <a:cs typeface="Poppins" panose="00000500000000000000" pitchFamily="2" charset="0"/>
              </a:rPr>
              <a:t>Pour accéder au Country Club en transport en commun  :</a:t>
            </a:r>
            <a:endParaRPr lang="en-US" sz="1300" b="1" dirty="0">
              <a:solidFill>
                <a:schemeClr val="bg1"/>
              </a:solidFill>
              <a:latin typeface="Poppins" panose="00000500000000000000" pitchFamily="2" charset="0"/>
              <a:cs typeface="Poppins" panose="00000500000000000000" pitchFamily="2" charset="0"/>
            </a:endParaRPr>
          </a:p>
          <a:p>
            <a:pPr marL="971550" lvl="1" indent="-285750">
              <a:buFont typeface="Arial,Sans-Serif" panose="020B0604020202020204" pitchFamily="34" charset="0"/>
              <a:buChar char="•"/>
            </a:pPr>
            <a:r>
              <a:rPr lang="fr-FR" sz="1300" dirty="0">
                <a:solidFill>
                  <a:schemeClr val="bg1"/>
                </a:solidFill>
                <a:latin typeface="Poppins" panose="00000500000000000000" pitchFamily="2" charset="0"/>
                <a:cs typeface="Poppins" panose="00000500000000000000" pitchFamily="2" charset="0"/>
              </a:rPr>
              <a:t>Tramway </a:t>
            </a:r>
          </a:p>
          <a:p>
            <a:pPr marL="1428750" lvl="2" indent="-285750">
              <a:buFont typeface="Wingdings" panose="020B0604020202020204" pitchFamily="34" charset="0"/>
              <a:buChar char="§"/>
            </a:pPr>
            <a:r>
              <a:rPr lang="fr-FR" sz="1300" dirty="0">
                <a:solidFill>
                  <a:schemeClr val="bg1"/>
                </a:solidFill>
                <a:latin typeface="Poppins" panose="00000500000000000000" pitchFamily="2" charset="0"/>
                <a:cs typeface="Poppins" panose="00000500000000000000" pitchFamily="2" charset="0"/>
              </a:rPr>
              <a:t>Arrêt DÉCINES OL VALLÉE</a:t>
            </a:r>
          </a:p>
          <a:p>
            <a:pPr marL="1428750" lvl="2" indent="-285750">
              <a:buFont typeface="Wingdings" panose="020B0604020202020204" pitchFamily="34" charset="0"/>
              <a:buChar char="§"/>
            </a:pPr>
            <a:r>
              <a:rPr lang="fr-FR" sz="1300" dirty="0">
                <a:solidFill>
                  <a:schemeClr val="bg1"/>
                </a:solidFill>
                <a:latin typeface="Poppins" panose="00000500000000000000" pitchFamily="2" charset="0"/>
                <a:cs typeface="Poppins" panose="00000500000000000000" pitchFamily="2" charset="0"/>
              </a:rPr>
              <a:t>Puis 500m à pied jusqu'à l'entrée du Country Club</a:t>
            </a:r>
          </a:p>
        </p:txBody>
      </p:sp>
      <p:pic>
        <p:nvPicPr>
          <p:cNvPr id="10" name="Image 9" descr="Une image contenant texte, capture d’écran, graphisme, conception&#10;&#10;Le contenu généré par l’IA peut être incorrect.">
            <a:extLst>
              <a:ext uri="{FF2B5EF4-FFF2-40B4-BE49-F238E27FC236}">
                <a16:creationId xmlns:a16="http://schemas.microsoft.com/office/drawing/2014/main" id="{36376DDC-3220-E4F6-C6F8-F5B1CCA1323D}"/>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666194" y="2388471"/>
            <a:ext cx="5370688" cy="2704332"/>
          </a:xfrm>
          <a:custGeom>
            <a:avLst/>
            <a:gdLst>
              <a:gd name="connsiteX0" fmla="*/ 0 w 5987299"/>
              <a:gd name="connsiteY0" fmla="*/ 0 h 3014818"/>
              <a:gd name="connsiteX1" fmla="*/ 5987299 w 5987299"/>
              <a:gd name="connsiteY1" fmla="*/ 0 h 3014818"/>
              <a:gd name="connsiteX2" fmla="*/ 5987299 w 5987299"/>
              <a:gd name="connsiteY2" fmla="*/ 3014818 h 3014818"/>
              <a:gd name="connsiteX3" fmla="*/ 0 w 5987299"/>
              <a:gd name="connsiteY3" fmla="*/ 3014818 h 3014818"/>
            </a:gdLst>
            <a:ahLst/>
            <a:cxnLst>
              <a:cxn ang="0">
                <a:pos x="connsiteX0" y="connsiteY0"/>
              </a:cxn>
              <a:cxn ang="0">
                <a:pos x="connsiteX1" y="connsiteY1"/>
              </a:cxn>
              <a:cxn ang="0">
                <a:pos x="connsiteX2" y="connsiteY2"/>
              </a:cxn>
              <a:cxn ang="0">
                <a:pos x="connsiteX3" y="connsiteY3"/>
              </a:cxn>
            </a:cxnLst>
            <a:rect l="l" t="t" r="r" b="b"/>
            <a:pathLst>
              <a:path w="5987299" h="3014818">
                <a:moveTo>
                  <a:pt x="0" y="0"/>
                </a:moveTo>
                <a:lnTo>
                  <a:pt x="5987299" y="0"/>
                </a:lnTo>
                <a:lnTo>
                  <a:pt x="5987299" y="3014818"/>
                </a:lnTo>
                <a:lnTo>
                  <a:pt x="0" y="3014818"/>
                </a:lnTo>
                <a:close/>
              </a:path>
            </a:pathLst>
          </a:custGeom>
          <a:ln w="38100" cap="sq">
            <a:solidFill>
              <a:srgbClr val="000000"/>
            </a:solidFill>
            <a:prstDash val="solid"/>
            <a:miter lim="800000"/>
          </a:ln>
          <a:effectLst/>
        </p:spPr>
      </p:pic>
      <p:sp>
        <p:nvSpPr>
          <p:cNvPr id="13" name="Espace réservé du texte 3">
            <a:extLst>
              <a:ext uri="{FF2B5EF4-FFF2-40B4-BE49-F238E27FC236}">
                <a16:creationId xmlns:a16="http://schemas.microsoft.com/office/drawing/2014/main" id="{2E9C6656-8900-FB9A-AAE9-2ED79016814F}"/>
              </a:ext>
            </a:extLst>
          </p:cNvPr>
          <p:cNvSpPr txBox="1">
            <a:spLocks/>
          </p:cNvSpPr>
          <p:nvPr/>
        </p:nvSpPr>
        <p:spPr>
          <a:xfrm>
            <a:off x="571030" y="6315214"/>
            <a:ext cx="10990807" cy="1595061"/>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050" b="1" dirty="0">
                <a:solidFill>
                  <a:srgbClr val="F4BF88"/>
                </a:solidFill>
                <a:latin typeface="Poppins"/>
                <a:cs typeface="Poppins"/>
              </a:rPr>
              <a:t>* NB </a:t>
            </a:r>
            <a:r>
              <a:rPr lang="fr-FR" sz="1050" dirty="0">
                <a:solidFill>
                  <a:srgbClr val="F4BF88"/>
                </a:solidFill>
                <a:latin typeface="Poppins"/>
                <a:cs typeface="Poppins"/>
              </a:rPr>
              <a:t>: Il faut rentrer sur votre GPS « Parking P5 du Groupama Stadium » et </a:t>
            </a:r>
            <a:r>
              <a:rPr lang="fr-FR" sz="1050" b="1" dirty="0">
                <a:solidFill>
                  <a:srgbClr val="F4BF88"/>
                </a:solidFill>
                <a:latin typeface="Poppins"/>
                <a:cs typeface="Poppins"/>
              </a:rPr>
              <a:t>SURTOUT PAS </a:t>
            </a:r>
            <a:r>
              <a:rPr lang="fr-FR" sz="1050" dirty="0">
                <a:solidFill>
                  <a:srgbClr val="F4BF88"/>
                </a:solidFill>
                <a:latin typeface="Poppins"/>
                <a:cs typeface="Poppins"/>
              </a:rPr>
              <a:t>« ALL IN COUNTRY CLUB » qui vous emmènera à la mauvaise adresse</a:t>
            </a:r>
          </a:p>
          <a:p>
            <a:pPr marL="285750" indent="-285750" algn="l">
              <a:buFont typeface="Arial,Sans-Serif" panose="020B0604020202020204" pitchFamily="34" charset="0"/>
              <a:buChar char="•"/>
            </a:pPr>
            <a:endParaRPr lang="fr-FR" sz="1050" dirty="0">
              <a:solidFill>
                <a:srgbClr val="F4BF88"/>
              </a:solidFill>
              <a:latin typeface="Poppins" panose="00000500000000000000" pitchFamily="2" charset="0"/>
              <a:cs typeface="Poppins" panose="00000500000000000000" pitchFamily="2" charset="0"/>
            </a:endParaRPr>
          </a:p>
        </p:txBody>
      </p:sp>
      <p:pic>
        <p:nvPicPr>
          <p:cNvPr id="14" name="Image 13" descr="Une image contenant symbole, Graphique, Police, graphisme&#10;&#10;Description générée automatiquement">
            <a:extLst>
              <a:ext uri="{FF2B5EF4-FFF2-40B4-BE49-F238E27FC236}">
                <a16:creationId xmlns:a16="http://schemas.microsoft.com/office/drawing/2014/main" id="{BCC512F5-4D33-5180-3F52-D51020A051B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66798" y="4655874"/>
            <a:ext cx="450356" cy="183624"/>
          </a:xfrm>
          <a:prstGeom prst="rect">
            <a:avLst/>
          </a:prstGeom>
        </p:spPr>
      </p:pic>
      <p:pic>
        <p:nvPicPr>
          <p:cNvPr id="15" name="Image 14" descr="Une image contenant texte, symbole, Police, logo&#10;&#10;Description générée automatiquement">
            <a:extLst>
              <a:ext uri="{FF2B5EF4-FFF2-40B4-BE49-F238E27FC236}">
                <a16:creationId xmlns:a16="http://schemas.microsoft.com/office/drawing/2014/main" id="{4BE29324-A21B-6D24-6304-104675F022A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334025" y="2604016"/>
            <a:ext cx="213070" cy="213070"/>
          </a:xfrm>
          <a:prstGeom prst="rect">
            <a:avLst/>
          </a:prstGeom>
        </p:spPr>
      </p:pic>
      <p:pic>
        <p:nvPicPr>
          <p:cNvPr id="16" name="Image 15" descr="Une image contenant texte, symbole, Police, logo&#10;&#10;Description générée automatiquement">
            <a:extLst>
              <a:ext uri="{FF2B5EF4-FFF2-40B4-BE49-F238E27FC236}">
                <a16:creationId xmlns:a16="http://schemas.microsoft.com/office/drawing/2014/main" id="{0FDCB129-3CE1-95A8-88CA-430FD000A10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857265" y="3803043"/>
            <a:ext cx="213070" cy="213070"/>
          </a:xfrm>
          <a:prstGeom prst="rect">
            <a:avLst/>
          </a:prstGeom>
        </p:spPr>
      </p:pic>
      <p:sp>
        <p:nvSpPr>
          <p:cNvPr id="3" name="Rectangle 2">
            <a:extLst>
              <a:ext uri="{FF2B5EF4-FFF2-40B4-BE49-F238E27FC236}">
                <a16:creationId xmlns:a16="http://schemas.microsoft.com/office/drawing/2014/main" id="{1EEEE541-85CB-4B00-C13D-5E3907006AD0}"/>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Espace réservé pour une image  8">
            <a:extLst>
              <a:ext uri="{FF2B5EF4-FFF2-40B4-BE49-F238E27FC236}">
                <a16:creationId xmlns:a16="http://schemas.microsoft.com/office/drawing/2014/main" id="{AECF46AF-C6BB-F18F-FD67-7DEAE1A27D3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4094495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3765F-29F7-91EB-92BB-AC02E16C814E}"/>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473BC38-B0C2-21B0-4DD6-5456CCA01EB2}"/>
              </a:ext>
            </a:extLst>
          </p:cNvPr>
          <p:cNvSpPr>
            <a:spLocks noGrp="1"/>
          </p:cNvSpPr>
          <p:nvPr>
            <p:ph type="title" idx="4294967295"/>
          </p:nvPr>
        </p:nvSpPr>
        <p:spPr>
          <a:xfrm>
            <a:off x="941870" y="1012444"/>
            <a:ext cx="6515100" cy="676275"/>
          </a:xfrm>
        </p:spPr>
        <p:txBody>
          <a:bodyPr anchor="t">
            <a:normAutofit/>
          </a:bodyPr>
          <a:lstStyle/>
          <a:p>
            <a:pPr>
              <a:lnSpc>
                <a:spcPts val="3700"/>
              </a:lnSpc>
            </a:pPr>
            <a:r>
              <a:rPr lang="fr-FR" sz="4000" b="1" dirty="0">
                <a:solidFill>
                  <a:schemeClr val="bg1"/>
                </a:solidFill>
                <a:latin typeface="Poppins" panose="00000500000000000000" pitchFamily="2" charset="0"/>
                <a:cs typeface="Poppins" panose="00000500000000000000" pitchFamily="2" charset="0"/>
              </a:rPr>
              <a:t>DEVIS</a:t>
            </a:r>
          </a:p>
        </p:txBody>
      </p:sp>
      <p:sp>
        <p:nvSpPr>
          <p:cNvPr id="6" name="Rectangle 5">
            <a:extLst>
              <a:ext uri="{FF2B5EF4-FFF2-40B4-BE49-F238E27FC236}">
                <a16:creationId xmlns:a16="http://schemas.microsoft.com/office/drawing/2014/main" id="{FD51CB7A-C9AA-55E9-B6DF-DB4B0205C00B}"/>
              </a:ext>
            </a:extLst>
          </p:cNvPr>
          <p:cNvSpPr/>
          <p:nvPr/>
        </p:nvSpPr>
        <p:spPr>
          <a:xfrm rot="16200000">
            <a:off x="1815250" y="796710"/>
            <a:ext cx="72899" cy="1575990"/>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Espace réservé du texte 3">
            <a:extLst>
              <a:ext uri="{FF2B5EF4-FFF2-40B4-BE49-F238E27FC236}">
                <a16:creationId xmlns:a16="http://schemas.microsoft.com/office/drawing/2014/main" id="{D38A4707-AC2A-EC39-8C03-9A728FECAA1F}"/>
              </a:ext>
            </a:extLst>
          </p:cNvPr>
          <p:cNvSpPr txBox="1">
            <a:spLocks/>
          </p:cNvSpPr>
          <p:nvPr/>
        </p:nvSpPr>
        <p:spPr>
          <a:xfrm>
            <a:off x="2268854" y="2224530"/>
            <a:ext cx="5392754" cy="346044"/>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fr-FR" sz="1800" b="1" dirty="0">
                <a:solidFill>
                  <a:schemeClr val="bg1"/>
                </a:solidFill>
                <a:latin typeface="Poppins"/>
                <a:cs typeface="Poppins"/>
              </a:rPr>
              <a:t>TARIF PAR PERSONNE : 105 HT €</a:t>
            </a:r>
            <a:endParaRPr lang="en-US" sz="1800" dirty="0">
              <a:solidFill>
                <a:schemeClr val="bg1"/>
              </a:solidFill>
              <a:latin typeface="Poppins" panose="00000500000000000000" pitchFamily="2" charset="0"/>
              <a:cs typeface="Poppins" panose="00000500000000000000" pitchFamily="2" charset="0"/>
            </a:endParaRPr>
          </a:p>
        </p:txBody>
      </p:sp>
      <p:graphicFrame>
        <p:nvGraphicFramePr>
          <p:cNvPr id="3" name="Tableau 2">
            <a:extLst>
              <a:ext uri="{FF2B5EF4-FFF2-40B4-BE49-F238E27FC236}">
                <a16:creationId xmlns:a16="http://schemas.microsoft.com/office/drawing/2014/main" id="{4F09248D-7793-678F-7588-2185EBE0EC8A}"/>
              </a:ext>
            </a:extLst>
          </p:cNvPr>
          <p:cNvGraphicFramePr>
            <a:graphicFrameLocks noGrp="1"/>
          </p:cNvGraphicFramePr>
          <p:nvPr>
            <p:extLst>
              <p:ext uri="{D42A27DB-BD31-4B8C-83A1-F6EECF244321}">
                <p14:modId xmlns:p14="http://schemas.microsoft.com/office/powerpoint/2010/main" val="881634980"/>
              </p:ext>
            </p:extLst>
          </p:nvPr>
        </p:nvGraphicFramePr>
        <p:xfrm>
          <a:off x="3071883" y="4579761"/>
          <a:ext cx="6048233" cy="1162596"/>
        </p:xfrm>
        <a:graphic>
          <a:graphicData uri="http://schemas.openxmlformats.org/drawingml/2006/table">
            <a:tbl>
              <a:tblPr firstRow="1" bandRow="1">
                <a:tableStyleId>{5C22544A-7EE6-4342-B048-85BDC9FD1C3A}</a:tableStyleId>
              </a:tblPr>
              <a:tblGrid>
                <a:gridCol w="3826751">
                  <a:extLst>
                    <a:ext uri="{9D8B030D-6E8A-4147-A177-3AD203B41FA5}">
                      <a16:colId xmlns:a16="http://schemas.microsoft.com/office/drawing/2014/main" val="1588287575"/>
                    </a:ext>
                  </a:extLst>
                </a:gridCol>
                <a:gridCol w="2221482">
                  <a:extLst>
                    <a:ext uri="{9D8B030D-6E8A-4147-A177-3AD203B41FA5}">
                      <a16:colId xmlns:a16="http://schemas.microsoft.com/office/drawing/2014/main" val="1504135864"/>
                    </a:ext>
                  </a:extLst>
                </a:gridCol>
              </a:tblGrid>
              <a:tr h="387532">
                <a:tc>
                  <a:txBody>
                    <a:bodyPr/>
                    <a:lstStyle/>
                    <a:p>
                      <a:pPr marL="0" marR="0" lvl="0" indent="0" algn="l" rtl="0" eaLnBrk="1" fontAlgn="auto" latinLnBrk="0" hangingPunct="1">
                        <a:lnSpc>
                          <a:spcPct val="100000"/>
                        </a:lnSpc>
                        <a:spcBef>
                          <a:spcPts val="0"/>
                        </a:spcBef>
                        <a:spcAft>
                          <a:spcPts val="0"/>
                        </a:spcAft>
                        <a:buClrTx/>
                        <a:buSzTx/>
                        <a:buFontTx/>
                        <a:buNone/>
                      </a:pPr>
                      <a:r>
                        <a:rPr lang="fr-FR" sz="1400" b="1" i="0" dirty="0">
                          <a:solidFill>
                            <a:schemeClr val="tx1"/>
                          </a:solidFill>
                          <a:latin typeface="Poppins" panose="00000500000000000000" pitchFamily="2" charset="0"/>
                          <a:cs typeface="Poppins" panose="00000500000000000000" pitchFamily="2" charset="0"/>
                        </a:rPr>
                        <a:t>Total HT </a:t>
                      </a:r>
                    </a:p>
                  </a:txBody>
                  <a:tcPr marL="103325" marR="103325" marT="51663" marB="51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4BF88">
                            <a:shade val="30000"/>
                            <a:satMod val="115000"/>
                          </a:srgbClr>
                        </a:gs>
                        <a:gs pos="50000">
                          <a:srgbClr val="F4BF88">
                            <a:shade val="67500"/>
                            <a:satMod val="115000"/>
                          </a:srgbClr>
                        </a:gs>
                        <a:gs pos="100000">
                          <a:srgbClr val="F4BF88">
                            <a:shade val="100000"/>
                            <a:satMod val="115000"/>
                          </a:srgbClr>
                        </a:gs>
                      </a:gsLst>
                      <a:lin ang="10800000" scaled="1"/>
                      <a:tileRect/>
                    </a:gradFill>
                  </a:tcPr>
                </a:tc>
                <a:tc>
                  <a:txBody>
                    <a:bodyPr/>
                    <a:lstStyle/>
                    <a:p>
                      <a:pPr lvl="0" algn="r">
                        <a:lnSpc>
                          <a:spcPct val="100000"/>
                        </a:lnSpc>
                        <a:spcBef>
                          <a:spcPts val="0"/>
                        </a:spcBef>
                        <a:spcAft>
                          <a:spcPts val="0"/>
                        </a:spcAft>
                        <a:buNone/>
                      </a:pPr>
                      <a:r>
                        <a:rPr lang="fr-FR" sz="1400" b="1" i="0" u="none" strike="noStrike" noProof="0" dirty="0">
                          <a:solidFill>
                            <a:srgbClr val="000000"/>
                          </a:solidFill>
                          <a:latin typeface="Poppins" panose="00000500000000000000" pitchFamily="2" charset="0"/>
                          <a:cs typeface="Poppins" panose="00000500000000000000" pitchFamily="2" charset="0"/>
                        </a:rPr>
                        <a:t>2490€</a:t>
                      </a:r>
                    </a:p>
                  </a:txBody>
                  <a:tcPr marL="103325" marR="103325" marT="51663" marB="51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4BF88">
                            <a:shade val="30000"/>
                            <a:satMod val="115000"/>
                          </a:srgbClr>
                        </a:gs>
                        <a:gs pos="50000">
                          <a:srgbClr val="F4BF88">
                            <a:shade val="67500"/>
                            <a:satMod val="115000"/>
                          </a:srgbClr>
                        </a:gs>
                        <a:gs pos="100000">
                          <a:srgbClr val="F4BF88">
                            <a:shade val="100000"/>
                            <a:satMod val="115000"/>
                          </a:srgbClr>
                        </a:gs>
                      </a:gsLst>
                      <a:lin ang="0" scaled="1"/>
                      <a:tileRect/>
                    </a:gradFill>
                  </a:tcPr>
                </a:tc>
                <a:extLst>
                  <a:ext uri="{0D108BD9-81ED-4DB2-BD59-A6C34878D82A}">
                    <a16:rowId xmlns:a16="http://schemas.microsoft.com/office/drawing/2014/main" val="2418063904"/>
                  </a:ext>
                </a:extLst>
              </a:tr>
              <a:tr h="387532">
                <a:tc>
                  <a:txBody>
                    <a:bodyPr/>
                    <a:lstStyle/>
                    <a:p>
                      <a:r>
                        <a:rPr lang="fr-FR" sz="1400" dirty="0">
                          <a:solidFill>
                            <a:schemeClr val="tx1"/>
                          </a:solidFill>
                          <a:latin typeface="Poppins" panose="00000500000000000000" pitchFamily="2" charset="0"/>
                          <a:cs typeface="Poppins" panose="00000500000000000000" pitchFamily="2" charset="0"/>
                        </a:rPr>
                        <a:t>TVA 20% </a:t>
                      </a:r>
                    </a:p>
                  </a:txBody>
                  <a:tcPr marL="103325" marR="103325" marT="51663" marB="51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fr-FR" sz="1400" dirty="0">
                          <a:solidFill>
                            <a:schemeClr val="tx1"/>
                          </a:solidFill>
                          <a:latin typeface="Poppins" panose="00000500000000000000" pitchFamily="2" charset="0"/>
                          <a:cs typeface="Poppins" panose="00000500000000000000" pitchFamily="2" charset="0"/>
                        </a:rPr>
                        <a:t>588€</a:t>
                      </a:r>
                    </a:p>
                  </a:txBody>
                  <a:tcPr marL="103325" marR="103325" marT="51663" marB="51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7626576"/>
                  </a:ext>
                </a:extLst>
              </a:tr>
              <a:tr h="387532">
                <a:tc>
                  <a:txBody>
                    <a:bodyPr/>
                    <a:lstStyle/>
                    <a:p>
                      <a:pPr lvl="0">
                        <a:buNone/>
                      </a:pPr>
                      <a:r>
                        <a:rPr lang="fr-FR" sz="1400" b="1" i="0" dirty="0">
                          <a:solidFill>
                            <a:schemeClr val="tx1"/>
                          </a:solidFill>
                          <a:latin typeface="Poppins" panose="00000500000000000000" pitchFamily="2" charset="0"/>
                          <a:cs typeface="Poppins" panose="00000500000000000000" pitchFamily="2" charset="0"/>
                        </a:rPr>
                        <a:t>Total TTC </a:t>
                      </a:r>
                      <a:endParaRPr lang="en-US" sz="1400" dirty="0">
                        <a:latin typeface="Poppins" panose="00000500000000000000" pitchFamily="2" charset="0"/>
                        <a:cs typeface="Poppins" panose="00000500000000000000" pitchFamily="2" charset="0"/>
                      </a:endParaRPr>
                    </a:p>
                  </a:txBody>
                  <a:tcPr marL="103325" marR="103325" marT="51663" marB="51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4BF88">
                            <a:shade val="30000"/>
                            <a:satMod val="115000"/>
                          </a:srgbClr>
                        </a:gs>
                        <a:gs pos="50000">
                          <a:srgbClr val="F4BF88">
                            <a:shade val="67500"/>
                            <a:satMod val="115000"/>
                          </a:srgbClr>
                        </a:gs>
                        <a:gs pos="100000">
                          <a:srgbClr val="F4BF88">
                            <a:shade val="100000"/>
                            <a:satMod val="115000"/>
                          </a:srgbClr>
                        </a:gs>
                      </a:gsLst>
                      <a:lin ang="10800000" scaled="1"/>
                      <a:tileRect/>
                    </a:gradFill>
                  </a:tcPr>
                </a:tc>
                <a:tc>
                  <a:txBody>
                    <a:bodyPr/>
                    <a:lstStyle/>
                    <a:p>
                      <a:pPr lvl="0" algn="r">
                        <a:buNone/>
                      </a:pPr>
                      <a:r>
                        <a:rPr lang="fr-FR" sz="1400" b="1" i="0" u="none" strike="noStrike" noProof="0">
                          <a:solidFill>
                            <a:schemeClr val="tx1"/>
                          </a:solidFill>
                          <a:latin typeface="Poppins" panose="00000500000000000000" pitchFamily="2" charset="0"/>
                          <a:cs typeface="Poppins" panose="00000500000000000000" pitchFamily="2" charset="0"/>
                        </a:rPr>
                        <a:t>3528€</a:t>
                      </a:r>
                      <a:endParaRPr lang="en-US" sz="1400" dirty="0">
                        <a:latin typeface="Poppins" panose="00000500000000000000" pitchFamily="2" charset="0"/>
                        <a:cs typeface="Poppins" panose="00000500000000000000" pitchFamily="2" charset="0"/>
                      </a:endParaRPr>
                    </a:p>
                  </a:txBody>
                  <a:tcPr marL="103325" marR="103325" marT="51663" marB="51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4BF88">
                            <a:shade val="30000"/>
                            <a:satMod val="115000"/>
                          </a:srgbClr>
                        </a:gs>
                        <a:gs pos="50000">
                          <a:srgbClr val="F4BF88">
                            <a:shade val="67500"/>
                            <a:satMod val="115000"/>
                          </a:srgbClr>
                        </a:gs>
                        <a:gs pos="100000">
                          <a:srgbClr val="F4BF88">
                            <a:shade val="100000"/>
                            <a:satMod val="115000"/>
                          </a:srgbClr>
                        </a:gs>
                      </a:gsLst>
                      <a:lin ang="0" scaled="1"/>
                      <a:tileRect/>
                    </a:gradFill>
                  </a:tcPr>
                </a:tc>
                <a:extLst>
                  <a:ext uri="{0D108BD9-81ED-4DB2-BD59-A6C34878D82A}">
                    <a16:rowId xmlns:a16="http://schemas.microsoft.com/office/drawing/2014/main" val="3528096408"/>
                  </a:ext>
                </a:extLst>
              </a:tr>
            </a:tbl>
          </a:graphicData>
        </a:graphic>
      </p:graphicFrame>
      <p:sp>
        <p:nvSpPr>
          <p:cNvPr id="5" name="Espace réservé du texte 3">
            <a:extLst>
              <a:ext uri="{FF2B5EF4-FFF2-40B4-BE49-F238E27FC236}">
                <a16:creationId xmlns:a16="http://schemas.microsoft.com/office/drawing/2014/main" id="{48120205-4C28-E855-03FE-9CD790E02D99}"/>
              </a:ext>
            </a:extLst>
          </p:cNvPr>
          <p:cNvSpPr txBox="1">
            <a:spLocks/>
          </p:cNvSpPr>
          <p:nvPr/>
        </p:nvSpPr>
        <p:spPr>
          <a:xfrm>
            <a:off x="2268854" y="2617683"/>
            <a:ext cx="6953803" cy="1622633"/>
          </a:xfrm>
          <a:prstGeom prst="rect">
            <a:avLst/>
          </a:prstGeom>
        </p:spPr>
        <p:txBody>
          <a:bodyPr vert="horz" lIns="91440" tIns="45720" rIns="91440" bIns="45720" rtlCol="0">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fr-FR" sz="1600" dirty="0">
                <a:solidFill>
                  <a:schemeClr val="bg1"/>
                </a:solidFill>
                <a:latin typeface="Poppins"/>
                <a:cs typeface="Poppins"/>
              </a:rPr>
              <a:t>Incluant :</a:t>
            </a:r>
            <a:br>
              <a:rPr lang="fr-FR" sz="1600" dirty="0">
                <a:solidFill>
                  <a:schemeClr val="bg1"/>
                </a:solidFill>
                <a:latin typeface="Poppins"/>
                <a:cs typeface="Poppins"/>
              </a:rPr>
            </a:br>
            <a:br>
              <a:rPr lang="fr-FR" sz="1600" dirty="0">
                <a:solidFill>
                  <a:schemeClr val="bg1"/>
                </a:solidFill>
                <a:latin typeface="Poppins"/>
                <a:cs typeface="Poppins"/>
              </a:rPr>
            </a:br>
            <a:r>
              <a:rPr lang="fr-FR" sz="1600" dirty="0">
                <a:solidFill>
                  <a:schemeClr val="bg1"/>
                </a:solidFill>
                <a:latin typeface="Poppins"/>
                <a:cs typeface="Poppins"/>
              </a:rPr>
              <a:t>- La location de l’espace Bercy pour la journée</a:t>
            </a:r>
          </a:p>
          <a:p>
            <a:pPr marL="971550" lvl="1" indent="-285750">
              <a:buFontTx/>
              <a:buChar char="-"/>
            </a:pPr>
            <a:r>
              <a:rPr lang="fr-FR" sz="1600" dirty="0">
                <a:solidFill>
                  <a:schemeClr val="bg1"/>
                </a:solidFill>
                <a:latin typeface="Poppins"/>
                <a:cs typeface="Poppins"/>
              </a:rPr>
              <a:t>Le déjeuner assis au restaurant TATA Suzanne</a:t>
            </a:r>
          </a:p>
          <a:p>
            <a:pPr marL="971550" lvl="1" indent="-285750">
              <a:buFontTx/>
              <a:buChar char="-"/>
            </a:pPr>
            <a:r>
              <a:rPr lang="fr-FR" sz="1600" dirty="0">
                <a:solidFill>
                  <a:schemeClr val="bg1"/>
                </a:solidFill>
                <a:latin typeface="Poppins"/>
                <a:cs typeface="Poppins"/>
              </a:rPr>
              <a:t>Le café à discrétion en salle de séminaire</a:t>
            </a:r>
          </a:p>
          <a:p>
            <a:pPr marL="971550" lvl="1" indent="-285750">
              <a:buFontTx/>
              <a:buChar char="-"/>
            </a:pPr>
            <a:r>
              <a:rPr lang="fr-FR" sz="1600" dirty="0">
                <a:solidFill>
                  <a:schemeClr val="bg1"/>
                </a:solidFill>
                <a:latin typeface="Poppins"/>
                <a:cs typeface="Poppins"/>
              </a:rPr>
              <a:t>Le team building </a:t>
            </a:r>
            <a:r>
              <a:rPr lang="fr-FR" sz="1600" dirty="0" err="1">
                <a:solidFill>
                  <a:schemeClr val="bg1"/>
                </a:solidFill>
                <a:latin typeface="Poppins"/>
                <a:cs typeface="Poppins"/>
              </a:rPr>
              <a:t>Padel</a:t>
            </a:r>
            <a:r>
              <a:rPr lang="fr-FR" sz="1600" dirty="0">
                <a:solidFill>
                  <a:schemeClr val="bg1"/>
                </a:solidFill>
                <a:latin typeface="Poppins"/>
                <a:cs typeface="Poppins"/>
              </a:rPr>
              <a:t> avec coach</a:t>
            </a:r>
          </a:p>
          <a:p>
            <a:pPr marL="971550" lvl="1" indent="-285750">
              <a:buFontTx/>
              <a:buChar char="-"/>
            </a:pPr>
            <a:endParaRPr lang="fr-FR" sz="1600" dirty="0">
              <a:solidFill>
                <a:schemeClr val="bg1"/>
              </a:solidFill>
              <a:latin typeface="Poppins"/>
              <a:cs typeface="Poppins"/>
            </a:endParaRPr>
          </a:p>
          <a:p>
            <a:pPr lvl="1" indent="0">
              <a:buNone/>
            </a:pPr>
            <a:endParaRPr lang="fr-FR" sz="1600" dirty="0">
              <a:solidFill>
                <a:schemeClr val="bg1"/>
              </a:solidFill>
              <a:latin typeface="Poppins"/>
              <a:cs typeface="Poppins"/>
            </a:endParaRPr>
          </a:p>
          <a:p>
            <a:pPr lvl="1" indent="0">
              <a:buNone/>
            </a:pPr>
            <a:endParaRPr lang="en-US" sz="1600" dirty="0">
              <a:solidFill>
                <a:schemeClr val="bg1"/>
              </a:solidFill>
              <a:latin typeface="Poppins" panose="00000500000000000000" pitchFamily="2" charset="0"/>
              <a:cs typeface="Poppins" panose="00000500000000000000" pitchFamily="2" charset="0"/>
            </a:endParaRPr>
          </a:p>
        </p:txBody>
      </p:sp>
      <p:sp>
        <p:nvSpPr>
          <p:cNvPr id="2" name="Rectangle 1">
            <a:extLst>
              <a:ext uri="{FF2B5EF4-FFF2-40B4-BE49-F238E27FC236}">
                <a16:creationId xmlns:a16="http://schemas.microsoft.com/office/drawing/2014/main" id="{3BD3DDAC-6290-A11F-C53A-15761CF7697D}"/>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Espace réservé pour une image  8">
            <a:extLst>
              <a:ext uri="{FF2B5EF4-FFF2-40B4-BE49-F238E27FC236}">
                <a16:creationId xmlns:a16="http://schemas.microsoft.com/office/drawing/2014/main" id="{C3FCA851-ACB1-657E-B822-56EF43D26B5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688559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75F1E-4B39-C222-FEB5-71B310AD2F79}"/>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0454FA6-5A4A-AE1D-EF1B-0DA5BB6C9474}"/>
              </a:ext>
            </a:extLst>
          </p:cNvPr>
          <p:cNvSpPr>
            <a:spLocks noGrp="1"/>
          </p:cNvSpPr>
          <p:nvPr>
            <p:ph type="title" idx="4294967295"/>
          </p:nvPr>
        </p:nvSpPr>
        <p:spPr>
          <a:xfrm>
            <a:off x="941870" y="981964"/>
            <a:ext cx="6515100" cy="676275"/>
          </a:xfrm>
        </p:spPr>
        <p:txBody>
          <a:bodyPr anchor="t">
            <a:noAutofit/>
          </a:bodyPr>
          <a:lstStyle/>
          <a:p>
            <a:pPr>
              <a:lnSpc>
                <a:spcPts val="4000"/>
              </a:lnSpc>
            </a:pPr>
            <a:r>
              <a:rPr lang="fr-FR" sz="4000" b="1" dirty="0">
                <a:solidFill>
                  <a:schemeClr val="bg1"/>
                </a:solidFill>
                <a:latin typeface="Poppins" panose="00000500000000000000" pitchFamily="2" charset="0"/>
                <a:cs typeface="Poppins" panose="00000500000000000000" pitchFamily="2" charset="0"/>
              </a:rPr>
              <a:t>CONDITIONS</a:t>
            </a:r>
            <a:br>
              <a:rPr lang="fr-FR" sz="4000" b="1" dirty="0">
                <a:solidFill>
                  <a:schemeClr val="bg1"/>
                </a:solidFill>
                <a:latin typeface="Poppins" panose="00000500000000000000" pitchFamily="2" charset="0"/>
                <a:cs typeface="Poppins" panose="00000500000000000000" pitchFamily="2" charset="0"/>
              </a:rPr>
            </a:br>
            <a:r>
              <a:rPr lang="fr-FR" sz="4000" b="1" dirty="0">
                <a:solidFill>
                  <a:schemeClr val="bg1"/>
                </a:solidFill>
                <a:latin typeface="Poppins" panose="00000500000000000000" pitchFamily="2" charset="0"/>
                <a:cs typeface="Poppins" panose="00000500000000000000" pitchFamily="2" charset="0"/>
              </a:rPr>
              <a:t>DE RÈGLEMENT</a:t>
            </a:r>
          </a:p>
        </p:txBody>
      </p:sp>
      <p:sp>
        <p:nvSpPr>
          <p:cNvPr id="6" name="Rectangle 5">
            <a:extLst>
              <a:ext uri="{FF2B5EF4-FFF2-40B4-BE49-F238E27FC236}">
                <a16:creationId xmlns:a16="http://schemas.microsoft.com/office/drawing/2014/main" id="{07B43EA8-D88A-6E74-94ED-F549F3EA1BAB}"/>
              </a:ext>
            </a:extLst>
          </p:cNvPr>
          <p:cNvSpPr/>
          <p:nvPr/>
        </p:nvSpPr>
        <p:spPr>
          <a:xfrm rot="16200000">
            <a:off x="3069279" y="64458"/>
            <a:ext cx="76268" cy="4087415"/>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Espace réservé du texte 3">
            <a:extLst>
              <a:ext uri="{FF2B5EF4-FFF2-40B4-BE49-F238E27FC236}">
                <a16:creationId xmlns:a16="http://schemas.microsoft.com/office/drawing/2014/main" id="{24F4F065-5EA3-B8AD-286C-9E19CAE34A97}"/>
              </a:ext>
            </a:extLst>
          </p:cNvPr>
          <p:cNvSpPr txBox="1">
            <a:spLocks/>
          </p:cNvSpPr>
          <p:nvPr/>
        </p:nvSpPr>
        <p:spPr>
          <a:xfrm>
            <a:off x="972899" y="2179695"/>
            <a:ext cx="10254535" cy="3614034"/>
          </a:xfrm>
          <a:prstGeom prst="rect">
            <a:avLst/>
          </a:prstGeom>
        </p:spPr>
        <p:txBody>
          <a:bodyPr vert="horz" lIns="91440" tIns="45720" rIns="91440" bIns="45720" rtlCol="0" anchor="t">
            <a:normAutofit/>
          </a:bodyPr>
          <a:lstStyle>
            <a:lvl1pPr marL="0" indent="0" algn="just" defTabSz="914400" rtl="0" eaLnBrk="1" latinLnBrk="0" hangingPunct="1">
              <a:lnSpc>
                <a:spcPts val="2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200" dirty="0">
                <a:solidFill>
                  <a:schemeClr val="bg1"/>
                </a:solidFill>
                <a:latin typeface="Poppins" panose="00000500000000000000" pitchFamily="2" charset="0"/>
                <a:cs typeface="Poppins" panose="00000500000000000000" pitchFamily="2" charset="0"/>
              </a:rPr>
              <a:t>Un acompte de </a:t>
            </a:r>
            <a:r>
              <a:rPr lang="fr-FR" sz="1200" b="1" dirty="0">
                <a:solidFill>
                  <a:schemeClr val="bg1"/>
                </a:solidFill>
                <a:latin typeface="Poppins" panose="00000500000000000000" pitchFamily="2" charset="0"/>
                <a:cs typeface="Poppins" panose="00000500000000000000" pitchFamily="2" charset="0"/>
              </a:rPr>
              <a:t>50% du montant total TTC </a:t>
            </a:r>
            <a:r>
              <a:rPr lang="fr-FR" sz="1200" dirty="0">
                <a:solidFill>
                  <a:schemeClr val="bg1"/>
                </a:solidFill>
                <a:latin typeface="Poppins" panose="00000500000000000000" pitchFamily="2" charset="0"/>
                <a:cs typeface="Poppins" panose="00000500000000000000" pitchFamily="2" charset="0"/>
              </a:rPr>
              <a:t>de chaque prestation sera à̀ verser par chèque encaissable ou virement bancaire </a:t>
            </a:r>
            <a:r>
              <a:rPr lang="fr-FR" sz="1200" b="1" dirty="0">
                <a:solidFill>
                  <a:schemeClr val="bg1"/>
                </a:solidFill>
                <a:latin typeface="Poppins" panose="00000500000000000000" pitchFamily="2" charset="0"/>
                <a:cs typeface="Poppins" panose="00000500000000000000" pitchFamily="2" charset="0"/>
              </a:rPr>
              <a:t>au plus tard le jour de la signature du devis. </a:t>
            </a:r>
          </a:p>
          <a:p>
            <a:pPr algn="l"/>
            <a:r>
              <a:rPr lang="fr-FR" sz="1200" dirty="0">
                <a:solidFill>
                  <a:schemeClr val="bg1"/>
                </a:solidFill>
                <a:latin typeface="Poppins" panose="00000500000000000000" pitchFamily="2" charset="0"/>
                <a:cs typeface="Poppins" panose="00000500000000000000" pitchFamily="2" charset="0"/>
              </a:rPr>
              <a:t>Cet acompte sera nécessaire pour garantir votre réservation, entérinera la base de facturation et sera non remboursable en cas d’annulation par le client à compter de cette même date.  Le client pourra modifier à la hausse le nombre de convives présents jusqu’à 5 jours avant l’événement et à la baisse au plus tard 10 jours avant l’événement. </a:t>
            </a:r>
            <a:endParaRPr lang="fr-FR" sz="1200" b="1" dirty="0">
              <a:solidFill>
                <a:schemeClr val="bg1"/>
              </a:solidFill>
              <a:latin typeface="Poppins" panose="00000500000000000000" pitchFamily="2" charset="0"/>
              <a:cs typeface="Poppins" panose="00000500000000000000" pitchFamily="2" charset="0"/>
            </a:endParaRPr>
          </a:p>
          <a:p>
            <a:pPr algn="l"/>
            <a:r>
              <a:rPr lang="fr-FR" sz="1200" dirty="0">
                <a:solidFill>
                  <a:schemeClr val="bg1"/>
                </a:solidFill>
                <a:latin typeface="Poppins" panose="00000500000000000000" pitchFamily="2" charset="0"/>
                <a:cs typeface="Poppins" panose="00000500000000000000" pitchFamily="2" charset="0"/>
              </a:rPr>
              <a:t>Le solde de la prestation (et suppléments ou droits de bouchon éventuels) sera à régler par chèque encaissable ou virement bancaire, au plus tard la veille de l’événement. </a:t>
            </a:r>
          </a:p>
          <a:p>
            <a:pPr algn="l">
              <a:lnSpc>
                <a:spcPts val="2500"/>
              </a:lnSpc>
            </a:pPr>
            <a:r>
              <a:rPr lang="fr-FR" sz="1200" dirty="0">
                <a:solidFill>
                  <a:schemeClr val="bg1"/>
                </a:solidFill>
                <a:latin typeface="Poppins" panose="00000500000000000000" pitchFamily="2" charset="0"/>
                <a:cs typeface="Poppins" panose="00000500000000000000" pitchFamily="2" charset="0"/>
              </a:rPr>
              <a:t>Devis valable…………………..</a:t>
            </a:r>
            <a:br>
              <a:rPr lang="fr-FR" sz="1200" dirty="0">
                <a:solidFill>
                  <a:schemeClr val="bg1"/>
                </a:solidFill>
                <a:latin typeface="Poppins" panose="00000500000000000000" pitchFamily="2" charset="0"/>
                <a:cs typeface="Poppins" panose="00000500000000000000" pitchFamily="2" charset="0"/>
              </a:rPr>
            </a:br>
            <a:r>
              <a:rPr lang="fr-FR" sz="1200" dirty="0">
                <a:solidFill>
                  <a:schemeClr val="bg1"/>
                </a:solidFill>
                <a:latin typeface="Poppins" panose="00000500000000000000" pitchFamily="2" charset="0"/>
                <a:cs typeface="Poppins" panose="00000500000000000000" pitchFamily="2" charset="0"/>
              </a:rPr>
              <a:t>Fait à Décines-Charpieu, </a:t>
            </a:r>
          </a:p>
          <a:p>
            <a:pPr algn="l"/>
            <a:r>
              <a:rPr lang="fr-FR" sz="1300" b="1" i="1" dirty="0">
                <a:solidFill>
                  <a:schemeClr val="bg1"/>
                </a:solidFill>
                <a:latin typeface="Poppins" panose="00000500000000000000" pitchFamily="2" charset="0"/>
                <a:cs typeface="Poppins" panose="00000500000000000000" pitchFamily="2" charset="0"/>
              </a:rPr>
              <a:t>BON POUR ACCORD DATE, SIGNATURE DU CLIENT CACHET DE L’ENTREPRISE </a:t>
            </a:r>
          </a:p>
          <a:p>
            <a:pPr algn="l"/>
            <a:endParaRPr lang="fr-FR" sz="1200" dirty="0">
              <a:solidFill>
                <a:schemeClr val="bg1"/>
              </a:solidFill>
              <a:latin typeface="Poppins" panose="00000500000000000000" pitchFamily="2" charset="0"/>
              <a:cs typeface="Poppins" panose="00000500000000000000" pitchFamily="2" charset="0"/>
            </a:endParaRPr>
          </a:p>
        </p:txBody>
      </p:sp>
      <p:sp>
        <p:nvSpPr>
          <p:cNvPr id="2" name="Rectangle 1">
            <a:extLst>
              <a:ext uri="{FF2B5EF4-FFF2-40B4-BE49-F238E27FC236}">
                <a16:creationId xmlns:a16="http://schemas.microsoft.com/office/drawing/2014/main" id="{0ADBA37B-82A0-21CD-4A70-4D06A68EFAEF}"/>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Espace réservé pour une image  8">
            <a:extLst>
              <a:ext uri="{FF2B5EF4-FFF2-40B4-BE49-F238E27FC236}">
                <a16:creationId xmlns:a16="http://schemas.microsoft.com/office/drawing/2014/main" id="{BF66820B-424F-72B7-66D4-7A09E1FA683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3846923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23226-ED99-E829-147D-A0F633118949}"/>
            </a:ext>
          </a:extLst>
        </p:cNvPr>
        <p:cNvGrpSpPr/>
        <p:nvPr/>
      </p:nvGrpSpPr>
      <p:grpSpPr>
        <a:xfrm>
          <a:off x="0" y="0"/>
          <a:ext cx="0" cy="0"/>
          <a:chOff x="0" y="0"/>
          <a:chExt cx="0" cy="0"/>
        </a:xfrm>
      </p:grpSpPr>
      <p:sp>
        <p:nvSpPr>
          <p:cNvPr id="3" name="Titre 3">
            <a:extLst>
              <a:ext uri="{FF2B5EF4-FFF2-40B4-BE49-F238E27FC236}">
                <a16:creationId xmlns:a16="http://schemas.microsoft.com/office/drawing/2014/main" id="{4F55F8D0-1140-DBC7-BCD5-0AC10951C8D3}"/>
              </a:ext>
            </a:extLst>
          </p:cNvPr>
          <p:cNvSpPr txBox="1">
            <a:spLocks/>
          </p:cNvSpPr>
          <p:nvPr/>
        </p:nvSpPr>
        <p:spPr>
          <a:xfrm>
            <a:off x="4326044" y="1037138"/>
            <a:ext cx="3667492" cy="6762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spc="300">
                <a:solidFill>
                  <a:schemeClr val="tx1"/>
                </a:solidFill>
                <a:latin typeface="+mj-lt"/>
                <a:ea typeface="+mj-ea"/>
                <a:cs typeface="+mj-cs"/>
              </a:defRPr>
            </a:lvl1pPr>
          </a:lstStyle>
          <a:p>
            <a:pPr>
              <a:lnSpc>
                <a:spcPts val="4000"/>
              </a:lnSpc>
            </a:pPr>
            <a:r>
              <a:rPr lang="fr-FR" b="1" dirty="0">
                <a:solidFill>
                  <a:schemeClr val="bg1"/>
                </a:solidFill>
                <a:latin typeface="Poppins" panose="00000500000000000000" pitchFamily="2" charset="0"/>
                <a:cs typeface="Poppins" panose="00000500000000000000" pitchFamily="2" charset="0"/>
              </a:rPr>
              <a:t>CONTACTS</a:t>
            </a:r>
          </a:p>
        </p:txBody>
      </p:sp>
      <p:sp>
        <p:nvSpPr>
          <p:cNvPr id="8" name="Rectangle 7">
            <a:extLst>
              <a:ext uri="{FF2B5EF4-FFF2-40B4-BE49-F238E27FC236}">
                <a16:creationId xmlns:a16="http://schemas.microsoft.com/office/drawing/2014/main" id="{2BEE582B-1211-9122-4E6B-0A66F38BB9DE}"/>
              </a:ext>
            </a:extLst>
          </p:cNvPr>
          <p:cNvSpPr/>
          <p:nvPr/>
        </p:nvSpPr>
        <p:spPr>
          <a:xfrm rot="16200000">
            <a:off x="6020446" y="1292151"/>
            <a:ext cx="55171" cy="1193803"/>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Espace réservé du texte 2">
            <a:extLst>
              <a:ext uri="{FF2B5EF4-FFF2-40B4-BE49-F238E27FC236}">
                <a16:creationId xmlns:a16="http://schemas.microsoft.com/office/drawing/2014/main" id="{D6D0FB15-6E73-C758-49F9-0500EACE9EF5}"/>
              </a:ext>
            </a:extLst>
          </p:cNvPr>
          <p:cNvSpPr txBox="1">
            <a:spLocks/>
          </p:cNvSpPr>
          <p:nvPr/>
        </p:nvSpPr>
        <p:spPr>
          <a:xfrm>
            <a:off x="3246278" y="1532354"/>
            <a:ext cx="5621441" cy="612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800" dirty="0">
                <a:solidFill>
                  <a:schemeClr val="bg1"/>
                </a:solidFill>
                <a:latin typeface="Poppins" panose="00000500000000000000" pitchFamily="2" charset="0"/>
                <a:cs typeface="Poppins" panose="00000500000000000000" pitchFamily="2" charset="0"/>
              </a:rPr>
              <a:t>PRIVILÉGIÉS</a:t>
            </a:r>
          </a:p>
        </p:txBody>
      </p:sp>
      <p:grpSp>
        <p:nvGrpSpPr>
          <p:cNvPr id="59" name="Groupe 58">
            <a:extLst>
              <a:ext uri="{FF2B5EF4-FFF2-40B4-BE49-F238E27FC236}">
                <a16:creationId xmlns:a16="http://schemas.microsoft.com/office/drawing/2014/main" id="{53DCD318-7B1F-BBAA-84FB-7D75E5724149}"/>
              </a:ext>
            </a:extLst>
          </p:cNvPr>
          <p:cNvGrpSpPr/>
          <p:nvPr/>
        </p:nvGrpSpPr>
        <p:grpSpPr>
          <a:xfrm>
            <a:off x="6660643" y="2772669"/>
            <a:ext cx="4181478" cy="2142715"/>
            <a:chOff x="6753828" y="2550433"/>
            <a:chExt cx="4181478" cy="2142715"/>
          </a:xfrm>
        </p:grpSpPr>
        <p:sp>
          <p:nvSpPr>
            <p:cNvPr id="33" name="Rectangle 32">
              <a:extLst>
                <a:ext uri="{FF2B5EF4-FFF2-40B4-BE49-F238E27FC236}">
                  <a16:creationId xmlns:a16="http://schemas.microsoft.com/office/drawing/2014/main" id="{CD979A9D-8AF4-76D2-62B6-EA22A6F7AE2C}"/>
                </a:ext>
              </a:extLst>
            </p:cNvPr>
            <p:cNvSpPr/>
            <p:nvPr/>
          </p:nvSpPr>
          <p:spPr>
            <a:xfrm rot="16200000">
              <a:off x="7973485" y="1424539"/>
              <a:ext cx="420541" cy="2672330"/>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du texte 2">
              <a:extLst>
                <a:ext uri="{FF2B5EF4-FFF2-40B4-BE49-F238E27FC236}">
                  <a16:creationId xmlns:a16="http://schemas.microsoft.com/office/drawing/2014/main" id="{A59189C7-DC89-B75C-7009-F41E13996D2D}"/>
                </a:ext>
              </a:extLst>
            </p:cNvPr>
            <p:cNvSpPr txBox="1">
              <a:spLocks/>
            </p:cNvSpPr>
            <p:nvPr/>
          </p:nvSpPr>
          <p:spPr>
            <a:xfrm>
              <a:off x="6847589" y="2620952"/>
              <a:ext cx="2756637" cy="612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b="1" dirty="0">
                  <a:solidFill>
                    <a:schemeClr val="bg1"/>
                  </a:solidFill>
                  <a:latin typeface="Poppins" panose="00000500000000000000" pitchFamily="2" charset="0"/>
                  <a:cs typeface="Poppins" panose="00000500000000000000" pitchFamily="2" charset="0"/>
                </a:rPr>
                <a:t>SERVICE ADV &amp; EVENT</a:t>
              </a:r>
            </a:p>
          </p:txBody>
        </p:sp>
        <p:sp>
          <p:nvSpPr>
            <p:cNvPr id="29" name="Espace réservé du texte 3">
              <a:extLst>
                <a:ext uri="{FF2B5EF4-FFF2-40B4-BE49-F238E27FC236}">
                  <a16:creationId xmlns:a16="http://schemas.microsoft.com/office/drawing/2014/main" id="{0220B688-DC1C-A606-B97B-7FC91A4A7F3F}"/>
                </a:ext>
              </a:extLst>
            </p:cNvPr>
            <p:cNvSpPr txBox="1">
              <a:spLocks/>
            </p:cNvSpPr>
            <p:nvPr/>
          </p:nvSpPr>
          <p:spPr>
            <a:xfrm>
              <a:off x="6753831" y="3167138"/>
              <a:ext cx="4181475"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bg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dirty="0">
                  <a:latin typeface="Poppins" panose="00000500000000000000" pitchFamily="2" charset="0"/>
                  <a:cs typeface="Poppins" panose="00000500000000000000" pitchFamily="2" charset="0"/>
                </a:rPr>
                <a:t>Leïla OUESLATI</a:t>
              </a:r>
            </a:p>
          </p:txBody>
        </p:sp>
        <p:sp>
          <p:nvSpPr>
            <p:cNvPr id="30" name="Espace réservé du texte 4">
              <a:extLst>
                <a:ext uri="{FF2B5EF4-FFF2-40B4-BE49-F238E27FC236}">
                  <a16:creationId xmlns:a16="http://schemas.microsoft.com/office/drawing/2014/main" id="{1DE6CD12-034E-CBA9-3DCA-A3C5B2CC74E2}"/>
                </a:ext>
              </a:extLst>
            </p:cNvPr>
            <p:cNvSpPr txBox="1">
              <a:spLocks/>
            </p:cNvSpPr>
            <p:nvPr/>
          </p:nvSpPr>
          <p:spPr>
            <a:xfrm>
              <a:off x="6753830" y="3561289"/>
              <a:ext cx="3191359"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latin typeface="Poppins" panose="00000500000000000000" pitchFamily="2" charset="0"/>
                  <a:cs typeface="Poppins" panose="00000500000000000000" pitchFamily="2" charset="0"/>
                </a:rPr>
                <a:t>Gestionnaire ADV &amp; événementiel</a:t>
              </a:r>
            </a:p>
          </p:txBody>
        </p:sp>
        <p:sp>
          <p:nvSpPr>
            <p:cNvPr id="31" name="Espace réservé du texte 5">
              <a:extLst>
                <a:ext uri="{FF2B5EF4-FFF2-40B4-BE49-F238E27FC236}">
                  <a16:creationId xmlns:a16="http://schemas.microsoft.com/office/drawing/2014/main" id="{E7CB5533-9259-90A8-BE48-CB0CE7CF799B}"/>
                </a:ext>
              </a:extLst>
            </p:cNvPr>
            <p:cNvSpPr txBox="1">
              <a:spLocks/>
            </p:cNvSpPr>
            <p:nvPr/>
          </p:nvSpPr>
          <p:spPr>
            <a:xfrm>
              <a:off x="6753829" y="3956682"/>
              <a:ext cx="4181475"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latin typeface="Poppins" panose="00000500000000000000" pitchFamily="2" charset="0"/>
                  <a:cs typeface="Poppins" panose="00000500000000000000" pitchFamily="2" charset="0"/>
                </a:rPr>
                <a:t>+33 (0)7 51 64 71 91</a:t>
              </a:r>
            </a:p>
          </p:txBody>
        </p:sp>
        <p:sp>
          <p:nvSpPr>
            <p:cNvPr id="32" name="Espace réservé du texte 6">
              <a:extLst>
                <a:ext uri="{FF2B5EF4-FFF2-40B4-BE49-F238E27FC236}">
                  <a16:creationId xmlns:a16="http://schemas.microsoft.com/office/drawing/2014/main" id="{8E1F32DA-33B1-6F2E-60DC-D55AC514AE4B}"/>
                </a:ext>
              </a:extLst>
            </p:cNvPr>
            <p:cNvSpPr txBox="1">
              <a:spLocks/>
            </p:cNvSpPr>
            <p:nvPr/>
          </p:nvSpPr>
          <p:spPr>
            <a:xfrm>
              <a:off x="6753828" y="4379848"/>
              <a:ext cx="4181475"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err="1">
                  <a:latin typeface="Poppins" panose="00000500000000000000" pitchFamily="2" charset="0"/>
                  <a:cs typeface="Poppins" panose="00000500000000000000" pitchFamily="2" charset="0"/>
                </a:rPr>
                <a:t>leila.oueslati@allin-group.co</a:t>
              </a:r>
              <a:endParaRPr lang="fr-FR" dirty="0">
                <a:latin typeface="Poppins" panose="00000500000000000000" pitchFamily="2" charset="0"/>
                <a:cs typeface="Poppins" panose="00000500000000000000" pitchFamily="2" charset="0"/>
              </a:endParaRPr>
            </a:p>
          </p:txBody>
        </p:sp>
      </p:grpSp>
      <p:grpSp>
        <p:nvGrpSpPr>
          <p:cNvPr id="58" name="Groupe 57">
            <a:extLst>
              <a:ext uri="{FF2B5EF4-FFF2-40B4-BE49-F238E27FC236}">
                <a16:creationId xmlns:a16="http://schemas.microsoft.com/office/drawing/2014/main" id="{8FFF8EE6-4B7D-BCA5-50E1-668C454D0FC8}"/>
              </a:ext>
            </a:extLst>
          </p:cNvPr>
          <p:cNvGrpSpPr/>
          <p:nvPr/>
        </p:nvGrpSpPr>
        <p:grpSpPr>
          <a:xfrm>
            <a:off x="2362680" y="2777295"/>
            <a:ext cx="5722916" cy="2149777"/>
            <a:chOff x="1256691" y="2555059"/>
            <a:chExt cx="5722916" cy="2149777"/>
          </a:xfrm>
        </p:grpSpPr>
        <p:sp>
          <p:nvSpPr>
            <p:cNvPr id="35" name="Rectangle 34">
              <a:extLst>
                <a:ext uri="{FF2B5EF4-FFF2-40B4-BE49-F238E27FC236}">
                  <a16:creationId xmlns:a16="http://schemas.microsoft.com/office/drawing/2014/main" id="{99197300-852F-6EE4-3AF5-33185CBE4E1C}"/>
                </a:ext>
              </a:extLst>
            </p:cNvPr>
            <p:cNvSpPr/>
            <p:nvPr/>
          </p:nvSpPr>
          <p:spPr>
            <a:xfrm rot="16200000">
              <a:off x="2526214" y="1387012"/>
              <a:ext cx="420541" cy="2756636"/>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space réservé du texte 2">
              <a:extLst>
                <a:ext uri="{FF2B5EF4-FFF2-40B4-BE49-F238E27FC236}">
                  <a16:creationId xmlns:a16="http://schemas.microsoft.com/office/drawing/2014/main" id="{983BB24C-BE72-6690-ED31-6BF65B87BACC}"/>
                </a:ext>
              </a:extLst>
            </p:cNvPr>
            <p:cNvSpPr txBox="1">
              <a:spLocks/>
            </p:cNvSpPr>
            <p:nvPr/>
          </p:nvSpPr>
          <p:spPr>
            <a:xfrm>
              <a:off x="1358166" y="2612823"/>
              <a:ext cx="5621441" cy="612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b="1" dirty="0">
                  <a:solidFill>
                    <a:schemeClr val="bg1"/>
                  </a:solidFill>
                  <a:latin typeface="Poppins" panose="00000500000000000000" pitchFamily="2" charset="0"/>
                  <a:cs typeface="Poppins" panose="00000500000000000000" pitchFamily="2" charset="0"/>
                </a:rPr>
                <a:t>SERVICE COMMERCIAL</a:t>
              </a:r>
            </a:p>
          </p:txBody>
        </p:sp>
        <p:sp>
          <p:nvSpPr>
            <p:cNvPr id="40" name="Espace réservé du texte 3">
              <a:extLst>
                <a:ext uri="{FF2B5EF4-FFF2-40B4-BE49-F238E27FC236}">
                  <a16:creationId xmlns:a16="http://schemas.microsoft.com/office/drawing/2014/main" id="{5E628D83-9930-4BA4-522D-73708BCFE316}"/>
                </a:ext>
              </a:extLst>
            </p:cNvPr>
            <p:cNvSpPr txBox="1">
              <a:spLocks/>
            </p:cNvSpPr>
            <p:nvPr/>
          </p:nvSpPr>
          <p:spPr>
            <a:xfrm>
              <a:off x="1256694" y="3178826"/>
              <a:ext cx="4181475"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bg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dirty="0">
                  <a:latin typeface="Poppins" panose="00000500000000000000" pitchFamily="2" charset="0"/>
                  <a:cs typeface="Poppins" panose="00000500000000000000" pitchFamily="2" charset="0"/>
                </a:rPr>
                <a:t>Thibaut BENAIR</a:t>
              </a:r>
            </a:p>
          </p:txBody>
        </p:sp>
        <p:sp>
          <p:nvSpPr>
            <p:cNvPr id="41" name="Espace réservé du texte 4">
              <a:extLst>
                <a:ext uri="{FF2B5EF4-FFF2-40B4-BE49-F238E27FC236}">
                  <a16:creationId xmlns:a16="http://schemas.microsoft.com/office/drawing/2014/main" id="{2BF7C502-E8E6-41FC-771D-8A7B6DB69C77}"/>
                </a:ext>
              </a:extLst>
            </p:cNvPr>
            <p:cNvSpPr txBox="1">
              <a:spLocks/>
            </p:cNvSpPr>
            <p:nvPr/>
          </p:nvSpPr>
          <p:spPr>
            <a:xfrm>
              <a:off x="1256693" y="3572977"/>
              <a:ext cx="4181475"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latin typeface="Poppins" panose="00000500000000000000" pitchFamily="2" charset="0"/>
                  <a:cs typeface="Poppins" panose="00000500000000000000" pitchFamily="2" charset="0"/>
                </a:rPr>
                <a:t>Commercial</a:t>
              </a:r>
            </a:p>
          </p:txBody>
        </p:sp>
        <p:sp>
          <p:nvSpPr>
            <p:cNvPr id="42" name="Espace réservé du texte 5">
              <a:extLst>
                <a:ext uri="{FF2B5EF4-FFF2-40B4-BE49-F238E27FC236}">
                  <a16:creationId xmlns:a16="http://schemas.microsoft.com/office/drawing/2014/main" id="{5C090776-F7A2-2599-813A-3D8BB8B6910A}"/>
                </a:ext>
              </a:extLst>
            </p:cNvPr>
            <p:cNvSpPr txBox="1">
              <a:spLocks/>
            </p:cNvSpPr>
            <p:nvPr/>
          </p:nvSpPr>
          <p:spPr>
            <a:xfrm>
              <a:off x="1256692" y="3968370"/>
              <a:ext cx="4181475"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latin typeface="Poppins" panose="00000500000000000000" pitchFamily="2" charset="0"/>
                  <a:cs typeface="Poppins" panose="00000500000000000000" pitchFamily="2" charset="0"/>
                </a:rPr>
                <a:t>+33 (0)7 67 26 78 92</a:t>
              </a:r>
            </a:p>
          </p:txBody>
        </p:sp>
        <p:sp>
          <p:nvSpPr>
            <p:cNvPr id="43" name="Espace réservé du texte 6">
              <a:extLst>
                <a:ext uri="{FF2B5EF4-FFF2-40B4-BE49-F238E27FC236}">
                  <a16:creationId xmlns:a16="http://schemas.microsoft.com/office/drawing/2014/main" id="{48CEEA6D-0352-A03B-912F-0B235A06FBB8}"/>
                </a:ext>
              </a:extLst>
            </p:cNvPr>
            <p:cNvSpPr txBox="1">
              <a:spLocks/>
            </p:cNvSpPr>
            <p:nvPr/>
          </p:nvSpPr>
          <p:spPr>
            <a:xfrm>
              <a:off x="1256691" y="4391536"/>
              <a:ext cx="4181475" cy="3133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latin typeface="Poppins" panose="00000500000000000000" pitchFamily="2" charset="0"/>
                  <a:cs typeface="Poppins" panose="00000500000000000000" pitchFamily="2" charset="0"/>
                </a:rPr>
                <a:t>thibaut.benair@allin-countryclub.com</a:t>
              </a:r>
            </a:p>
          </p:txBody>
        </p:sp>
      </p:grpSp>
      <p:sp>
        <p:nvSpPr>
          <p:cNvPr id="2" name="Rectangle 1">
            <a:extLst>
              <a:ext uri="{FF2B5EF4-FFF2-40B4-BE49-F238E27FC236}">
                <a16:creationId xmlns:a16="http://schemas.microsoft.com/office/drawing/2014/main" id="{814DE114-6F8C-E9CA-0378-9A24FDB2B4DE}"/>
              </a:ext>
            </a:extLst>
          </p:cNvPr>
          <p:cNvSpPr/>
          <p:nvPr/>
        </p:nvSpPr>
        <p:spPr>
          <a:xfrm rot="16200000">
            <a:off x="6042863" y="704505"/>
            <a:ext cx="175946" cy="12261669"/>
          </a:xfrm>
          <a:prstGeom prst="rect">
            <a:avLst/>
          </a:prstGeom>
          <a:gradFill flip="none" rotWithShape="1">
            <a:gsLst>
              <a:gs pos="0">
                <a:schemeClr val="bg1">
                  <a:alpha val="0"/>
                </a:schemeClr>
              </a:gs>
              <a:gs pos="76000">
                <a:srgbClr val="F4BF88"/>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Espace réservé pour une image  8">
            <a:extLst>
              <a:ext uri="{FF2B5EF4-FFF2-40B4-BE49-F238E27FC236}">
                <a16:creationId xmlns:a16="http://schemas.microsoft.com/office/drawing/2014/main" id="{4897F4DC-4567-7D39-B92F-2766F0897CC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592" t="-1" r="-1381" b="-30309"/>
          <a:stretch/>
        </p:blipFill>
        <p:spPr>
          <a:xfrm>
            <a:off x="10710424" y="255854"/>
            <a:ext cx="1223334" cy="1562568"/>
          </a:xfrm>
          <a:prstGeom prst="rect">
            <a:avLst/>
          </a:prstGeom>
        </p:spPr>
      </p:pic>
    </p:spTree>
    <p:extLst>
      <p:ext uri="{BB962C8B-B14F-4D97-AF65-F5344CB8AC3E}">
        <p14:creationId xmlns:p14="http://schemas.microsoft.com/office/powerpoint/2010/main" val="2629582803"/>
      </p:ext>
    </p:extLst>
  </p:cSld>
  <p:clrMapOvr>
    <a:masterClrMapping/>
  </p:clrMapOvr>
</p:sld>
</file>

<file path=ppt/theme/theme1.xml><?xml version="1.0" encoding="utf-8"?>
<a:theme xmlns:a="http://schemas.openxmlformats.org/drawingml/2006/main" name="ALLIN">
  <a:themeElements>
    <a:clrScheme name="ALL IN GROUP">
      <a:dk1>
        <a:srgbClr val="000000"/>
      </a:dk1>
      <a:lt1>
        <a:srgbClr val="FFFFFF"/>
      </a:lt1>
      <a:dk2>
        <a:srgbClr val="000000"/>
      </a:dk2>
      <a:lt2>
        <a:srgbClr val="FFFFFF"/>
      </a:lt2>
      <a:accent1>
        <a:srgbClr val="C6C6C6"/>
      </a:accent1>
      <a:accent2>
        <a:srgbClr val="ED6C28"/>
      </a:accent2>
      <a:accent3>
        <a:srgbClr val="0472A4"/>
      </a:accent3>
      <a:accent4>
        <a:srgbClr val="C62B33"/>
      </a:accent4>
      <a:accent5>
        <a:srgbClr val="F4DDB9"/>
      </a:accent5>
      <a:accent6>
        <a:srgbClr val="BA9655"/>
      </a:accent6>
      <a:hlink>
        <a:srgbClr val="000000"/>
      </a:hlink>
      <a:folHlink>
        <a:srgbClr val="A5A5A5"/>
      </a:folHlink>
    </a:clrScheme>
    <a:fontScheme name="Poppins">
      <a:majorFont>
        <a:latin typeface="Poppins Bold"/>
        <a:ea typeface=""/>
        <a:cs typeface=""/>
      </a:majorFont>
      <a:minorFont>
        <a:latin typeface="Poppins Regular"/>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LIN" id="{D6914B70-698C-48A7-A1AB-5D7BFDD5B7E1}" vid="{110BDE38-8B64-4572-A517-7617E4E7349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TotalTime>
  <Words>622</Words>
  <Application>Microsoft Office PowerPoint</Application>
  <PresentationFormat>Grand écran</PresentationFormat>
  <Paragraphs>96</Paragraphs>
  <Slides>14</Slides>
  <Notes>4</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14</vt:i4>
      </vt:variant>
    </vt:vector>
  </HeadingPairs>
  <TitlesOfParts>
    <vt:vector size="25" baseType="lpstr">
      <vt:lpstr>Aptos</vt:lpstr>
      <vt:lpstr>Arial</vt:lpstr>
      <vt:lpstr>Arial,Sans-Serif</vt:lpstr>
      <vt:lpstr>Calibri</vt:lpstr>
      <vt:lpstr>Poppins</vt:lpstr>
      <vt:lpstr>Poppins Black</vt:lpstr>
      <vt:lpstr>Poppins Bold</vt:lpstr>
      <vt:lpstr>Poppins Regular</vt:lpstr>
      <vt:lpstr>Poppins SemiBold</vt:lpstr>
      <vt:lpstr>Wingdings</vt:lpstr>
      <vt:lpstr>ALLIN</vt:lpstr>
      <vt:lpstr>VOTRE  EXPERIENCE ALL IN’CLUSIVE </vt:lpstr>
      <vt:lpstr>EVENEMENT Date</vt:lpstr>
      <vt:lpstr>PROGRAMME</vt:lpstr>
      <vt:lpstr>ESPACE BERCY</vt:lpstr>
      <vt:lpstr>RESTAURATION BY TATA SUZANNE </vt:lpstr>
      <vt:lpstr>RESTAURATION BY TATA SUZANNE </vt:lpstr>
      <vt:lpstr>TEAM BUILDING PADEL</vt:lpstr>
      <vt:lpstr>Présentation PowerPoint</vt:lpstr>
      <vt:lpstr>VESTIAIRES</vt:lpstr>
      <vt:lpstr>Présentation PowerPoint</vt:lpstr>
      <vt:lpstr>ACCESSIBILITÉ</vt:lpstr>
      <vt:lpstr>DEVIS</vt:lpstr>
      <vt:lpstr>CONDITIONS DE RÈGLEMENT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Justine Blanchard - Allin Academy</dc:creator>
  <cp:lastModifiedBy>Thibaut Benair</cp:lastModifiedBy>
  <cp:revision>374</cp:revision>
  <dcterms:created xsi:type="dcterms:W3CDTF">2022-11-10T09:02:32Z</dcterms:created>
  <dcterms:modified xsi:type="dcterms:W3CDTF">2025-12-12T16:28:12Z</dcterms:modified>
</cp:coreProperties>
</file>